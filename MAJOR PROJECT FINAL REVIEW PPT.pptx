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autoCompressPictures="0">
  <p:sldMasterIdLst>
    <p:sldMasterId id="2147483648" r:id="rId1"/>
    <p:sldMasterId id="2147483650" r:id="rId3"/>
    <p:sldMasterId id="2147483659" r:id="rId4"/>
    <p:sldMasterId id="2147483661" r:id="rId5"/>
  </p:sldMasterIdLst>
  <p:notesMasterIdLst>
    <p:notesMasterId r:id="rId7"/>
  </p:notesMasterIdLst>
  <p:sldIdLst>
    <p:sldId id="256" r:id="rId6"/>
    <p:sldId id="257" r:id="rId8"/>
    <p:sldId id="258" r:id="rId9"/>
    <p:sldId id="259" r:id="rId10"/>
    <p:sldId id="260" r:id="rId11"/>
    <p:sldId id="286" r:id="rId12"/>
    <p:sldId id="262" r:id="rId13"/>
    <p:sldId id="263" r:id="rId14"/>
    <p:sldId id="264" r:id="rId15"/>
    <p:sldId id="265" r:id="rId16"/>
    <p:sldId id="266" r:id="rId17"/>
    <p:sldId id="267" r:id="rId18"/>
    <p:sldId id="268" r:id="rId19"/>
    <p:sldId id="288" r:id="rId20"/>
    <p:sldId id="269" r:id="rId21"/>
    <p:sldId id="271" r:id="rId22"/>
    <p:sldId id="272" r:id="rId23"/>
    <p:sldId id="275" r:id="rId24"/>
    <p:sldId id="273" r:id="rId25"/>
    <p:sldId id="276" r:id="rId26"/>
    <p:sldId id="277" r:id="rId27"/>
    <p:sldId id="278" r:id="rId28"/>
    <p:sldId id="279" r:id="rId29"/>
    <p:sldId id="280" r:id="rId30"/>
    <p:sldId id="282" r:id="rId31"/>
    <p:sldId id="284" r:id="rId32"/>
    <p:sldId id="287" r:id="rId33"/>
    <p:sldId id="285" r:id="rId34"/>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93" userDrawn="1">
          <p15:clr>
            <a:srgbClr val="000000"/>
          </p15:clr>
        </p15:guide>
        <p15:guide id="2" pos="284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9" autoAdjust="0"/>
  </p:normalViewPr>
  <p:slideViewPr>
    <p:cSldViewPr snapToGrid="0" showGuides="1">
      <p:cViewPr varScale="1">
        <p:scale>
          <a:sx n="55" d="100"/>
          <a:sy n="55" d="100"/>
        </p:scale>
        <p:origin x="658" y="53"/>
      </p:cViewPr>
      <p:guideLst>
        <p:guide orient="horz" pos="2193"/>
        <p:guide pos="2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465"/>
        <p:cNvGrpSpPr/>
        <p:nvPr/>
      </p:nvGrpSpPr>
      <p:grpSpPr>
        <a:xfrm>
          <a:off x="0" y="0"/>
          <a:ext cx="0" cy="0"/>
          <a:chOff x="0" y="0"/>
          <a:chExt cx="0" cy="0"/>
        </a:xfrm>
      </p:grpSpPr>
      <p:sp>
        <p:nvSpPr>
          <p:cNvPr id="466" name="Google Shape;466;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7" name="Google Shape;467;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71"/>
        <p:cNvGrpSpPr/>
        <p:nvPr/>
      </p:nvGrpSpPr>
      <p:grpSpPr>
        <a:xfrm>
          <a:off x="0" y="0"/>
          <a:ext cx="0" cy="0"/>
          <a:chOff x="0" y="0"/>
          <a:chExt cx="0" cy="0"/>
        </a:xfrm>
      </p:grpSpPr>
      <p:sp>
        <p:nvSpPr>
          <p:cNvPr id="572" name="Google Shape;57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73" name="Google Shape;57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87"/>
        <p:cNvGrpSpPr/>
        <p:nvPr/>
      </p:nvGrpSpPr>
      <p:grpSpPr>
        <a:xfrm>
          <a:off x="0" y="0"/>
          <a:ext cx="0" cy="0"/>
          <a:chOff x="0" y="0"/>
          <a:chExt cx="0" cy="0"/>
        </a:xfrm>
      </p:grpSpPr>
      <p:sp>
        <p:nvSpPr>
          <p:cNvPr id="588" name="Google Shape;5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89" name="Google Shape;5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96"/>
        <p:cNvGrpSpPr/>
        <p:nvPr/>
      </p:nvGrpSpPr>
      <p:grpSpPr>
        <a:xfrm>
          <a:off x="0" y="0"/>
          <a:ext cx="0" cy="0"/>
          <a:chOff x="0" y="0"/>
          <a:chExt cx="0" cy="0"/>
        </a:xfrm>
      </p:grpSpPr>
      <p:sp>
        <p:nvSpPr>
          <p:cNvPr id="597" name="Google Shape;59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98" name="Google Shape;59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05"/>
        <p:cNvGrpSpPr/>
        <p:nvPr/>
      </p:nvGrpSpPr>
      <p:grpSpPr>
        <a:xfrm>
          <a:off x="0" y="0"/>
          <a:ext cx="0" cy="0"/>
          <a:chOff x="0" y="0"/>
          <a:chExt cx="0" cy="0"/>
        </a:xfrm>
      </p:grpSpPr>
      <p:sp>
        <p:nvSpPr>
          <p:cNvPr id="606" name="Google Shape;60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07" name="Google Shape;60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14"/>
        <p:cNvGrpSpPr/>
        <p:nvPr/>
      </p:nvGrpSpPr>
      <p:grpSpPr>
        <a:xfrm>
          <a:off x="0" y="0"/>
          <a:ext cx="0" cy="0"/>
          <a:chOff x="0" y="0"/>
          <a:chExt cx="0" cy="0"/>
        </a:xfrm>
      </p:grpSpPr>
      <p:sp>
        <p:nvSpPr>
          <p:cNvPr id="615" name="Google Shape;61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16" name="Google Shape;61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34"/>
        <p:cNvGrpSpPr/>
        <p:nvPr/>
      </p:nvGrpSpPr>
      <p:grpSpPr>
        <a:xfrm>
          <a:off x="0" y="0"/>
          <a:ext cx="0" cy="0"/>
          <a:chOff x="0" y="0"/>
          <a:chExt cx="0" cy="0"/>
        </a:xfrm>
      </p:grpSpPr>
      <p:sp>
        <p:nvSpPr>
          <p:cNvPr id="635" name="Google Shape;63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36" name="Google Shape;63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43"/>
        <p:cNvGrpSpPr/>
        <p:nvPr/>
      </p:nvGrpSpPr>
      <p:grpSpPr>
        <a:xfrm>
          <a:off x="0" y="0"/>
          <a:ext cx="0" cy="0"/>
          <a:chOff x="0" y="0"/>
          <a:chExt cx="0" cy="0"/>
        </a:xfrm>
      </p:grpSpPr>
      <p:sp>
        <p:nvSpPr>
          <p:cNvPr id="644" name="Google Shape;64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45" name="Google Shape;64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52"/>
        <p:cNvGrpSpPr/>
        <p:nvPr/>
      </p:nvGrpSpPr>
      <p:grpSpPr>
        <a:xfrm>
          <a:off x="0" y="0"/>
          <a:ext cx="0" cy="0"/>
          <a:chOff x="0" y="0"/>
          <a:chExt cx="0" cy="0"/>
        </a:xfrm>
      </p:grpSpPr>
      <p:sp>
        <p:nvSpPr>
          <p:cNvPr id="653" name="Google Shape;65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54" name="Google Shape;65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61"/>
        <p:cNvGrpSpPr/>
        <p:nvPr/>
      </p:nvGrpSpPr>
      <p:grpSpPr>
        <a:xfrm>
          <a:off x="0" y="0"/>
          <a:ext cx="0" cy="0"/>
          <a:chOff x="0" y="0"/>
          <a:chExt cx="0" cy="0"/>
        </a:xfrm>
      </p:grpSpPr>
      <p:sp>
        <p:nvSpPr>
          <p:cNvPr id="662" name="Google Shape;66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63" name="Google Shape;66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71"/>
        <p:cNvGrpSpPr/>
        <p:nvPr/>
      </p:nvGrpSpPr>
      <p:grpSpPr>
        <a:xfrm>
          <a:off x="0" y="0"/>
          <a:ext cx="0" cy="0"/>
          <a:chOff x="0" y="0"/>
          <a:chExt cx="0" cy="0"/>
        </a:xfrm>
      </p:grpSpPr>
      <p:sp>
        <p:nvSpPr>
          <p:cNvPr id="672" name="Google Shape;67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73" name="Google Shape;67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85"/>
        <p:cNvGrpSpPr/>
        <p:nvPr/>
      </p:nvGrpSpPr>
      <p:grpSpPr>
        <a:xfrm>
          <a:off x="0" y="0"/>
          <a:ext cx="0" cy="0"/>
          <a:chOff x="0" y="0"/>
          <a:chExt cx="0" cy="0"/>
        </a:xfrm>
      </p:grpSpPr>
      <p:sp>
        <p:nvSpPr>
          <p:cNvPr id="686" name="Google Shape;68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87" name="Google Shape;68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99"/>
        <p:cNvGrpSpPr/>
        <p:nvPr/>
      </p:nvGrpSpPr>
      <p:grpSpPr>
        <a:xfrm>
          <a:off x="0" y="0"/>
          <a:ext cx="0" cy="0"/>
          <a:chOff x="0" y="0"/>
          <a:chExt cx="0" cy="0"/>
        </a:xfrm>
      </p:grpSpPr>
      <p:sp>
        <p:nvSpPr>
          <p:cNvPr id="700" name="Google Shape;70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701" name="Google Shape;70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99"/>
        <p:cNvGrpSpPr/>
        <p:nvPr/>
      </p:nvGrpSpPr>
      <p:grpSpPr>
        <a:xfrm>
          <a:off x="0" y="0"/>
          <a:ext cx="0" cy="0"/>
          <a:chOff x="0" y="0"/>
          <a:chExt cx="0" cy="0"/>
        </a:xfrm>
      </p:grpSpPr>
      <p:sp>
        <p:nvSpPr>
          <p:cNvPr id="700" name="Google Shape;70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701" name="Google Shape;70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14"/>
        <p:cNvGrpSpPr/>
        <p:nvPr/>
      </p:nvGrpSpPr>
      <p:grpSpPr>
        <a:xfrm>
          <a:off x="0" y="0"/>
          <a:ext cx="0" cy="0"/>
          <a:chOff x="0" y="0"/>
          <a:chExt cx="0" cy="0"/>
        </a:xfrm>
      </p:grpSpPr>
      <p:sp>
        <p:nvSpPr>
          <p:cNvPr id="715" name="Google Shape;715;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716" name="Google Shape;71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40"/>
        <p:cNvGrpSpPr/>
        <p:nvPr/>
      </p:nvGrpSpPr>
      <p:grpSpPr>
        <a:xfrm>
          <a:off x="0" y="0"/>
          <a:ext cx="0" cy="0"/>
          <a:chOff x="0" y="0"/>
          <a:chExt cx="0" cy="0"/>
        </a:xfrm>
      </p:grpSpPr>
      <p:sp>
        <p:nvSpPr>
          <p:cNvPr id="741" name="Google Shape;74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742" name="Google Shape;74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54"/>
        <p:cNvGrpSpPr/>
        <p:nvPr/>
      </p:nvGrpSpPr>
      <p:grpSpPr>
        <a:xfrm>
          <a:off x="0" y="0"/>
          <a:ext cx="0" cy="0"/>
          <a:chOff x="0" y="0"/>
          <a:chExt cx="0" cy="0"/>
        </a:xfrm>
      </p:grpSpPr>
      <p:sp>
        <p:nvSpPr>
          <p:cNvPr id="755" name="Google Shape;75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756" name="Google Shape;756;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02"/>
        <p:cNvGrpSpPr/>
        <p:nvPr/>
      </p:nvGrpSpPr>
      <p:grpSpPr>
        <a:xfrm>
          <a:off x="0" y="0"/>
          <a:ext cx="0" cy="0"/>
          <a:chOff x="0" y="0"/>
          <a:chExt cx="0" cy="0"/>
        </a:xfrm>
      </p:grpSpPr>
      <p:sp>
        <p:nvSpPr>
          <p:cNvPr id="803" name="Google Shape;803;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804" name="Google Shape;804;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70"/>
        <p:cNvGrpSpPr/>
        <p:nvPr/>
      </p:nvGrpSpPr>
      <p:grpSpPr>
        <a:xfrm>
          <a:off x="0" y="0"/>
          <a:ext cx="0" cy="0"/>
          <a:chOff x="0" y="0"/>
          <a:chExt cx="0" cy="0"/>
        </a:xfrm>
      </p:grpSpPr>
      <p:sp>
        <p:nvSpPr>
          <p:cNvPr id="771" name="Google Shape;77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772" name="Google Shape;772;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18"/>
        <p:cNvGrpSpPr/>
        <p:nvPr/>
      </p:nvGrpSpPr>
      <p:grpSpPr>
        <a:xfrm>
          <a:off x="0" y="0"/>
          <a:ext cx="0" cy="0"/>
          <a:chOff x="0" y="0"/>
          <a:chExt cx="0" cy="0"/>
        </a:xfrm>
      </p:grpSpPr>
      <p:sp>
        <p:nvSpPr>
          <p:cNvPr id="819" name="Google Shape;819;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20" name="Google Shape;820;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0"/>
        <p:cNvGrpSpPr/>
        <p:nvPr/>
      </p:nvGrpSpPr>
      <p:grpSpPr>
        <a:xfrm>
          <a:off x="0" y="0"/>
          <a:ext cx="0" cy="0"/>
          <a:chOff x="0" y="0"/>
          <a:chExt cx="0" cy="0"/>
        </a:xfrm>
      </p:grpSpPr>
      <p:sp>
        <p:nvSpPr>
          <p:cNvPr id="831" name="Google Shape;831;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32" name="Google Shape;832;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2"/>
        <p:cNvGrpSpPr/>
        <p:nvPr/>
      </p:nvGrpSpPr>
      <p:grpSpPr>
        <a:xfrm>
          <a:off x="0" y="0"/>
          <a:ext cx="0" cy="0"/>
          <a:chOff x="0" y="0"/>
          <a:chExt cx="0" cy="0"/>
        </a:xfrm>
      </p:grpSpPr>
      <p:sp>
        <p:nvSpPr>
          <p:cNvPr id="843" name="Google Shape;843;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44" name="Google Shape;844;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54"/>
        <p:cNvGrpSpPr/>
        <p:nvPr/>
      </p:nvGrpSpPr>
      <p:grpSpPr>
        <a:xfrm>
          <a:off x="0" y="0"/>
          <a:ext cx="0" cy="0"/>
          <a:chOff x="0" y="0"/>
          <a:chExt cx="0" cy="0"/>
        </a:xfrm>
      </p:grpSpPr>
      <p:sp>
        <p:nvSpPr>
          <p:cNvPr id="855" name="Google Shape;855;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6" name="Google Shape;856;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6"/>
        <p:cNvGrpSpPr/>
        <p:nvPr/>
      </p:nvGrpSpPr>
      <p:grpSpPr>
        <a:xfrm>
          <a:off x="0" y="0"/>
          <a:ext cx="0" cy="0"/>
          <a:chOff x="0" y="0"/>
          <a:chExt cx="0" cy="0"/>
        </a:xfrm>
      </p:grpSpPr>
      <p:sp>
        <p:nvSpPr>
          <p:cNvPr id="867" name="Google Shape;867;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68" name="Google Shape;868;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88"/>
        <p:cNvGrpSpPr/>
        <p:nvPr/>
      </p:nvGrpSpPr>
      <p:grpSpPr>
        <a:xfrm>
          <a:off x="0" y="0"/>
          <a:ext cx="0" cy="0"/>
          <a:chOff x="0" y="0"/>
          <a:chExt cx="0" cy="0"/>
        </a:xfrm>
      </p:grpSpPr>
      <p:sp>
        <p:nvSpPr>
          <p:cNvPr id="889" name="Google Shape;889;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90" name="Google Shape;890;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12"/>
        <p:cNvGrpSpPr/>
        <p:nvPr/>
      </p:nvGrpSpPr>
      <p:grpSpPr>
        <a:xfrm>
          <a:off x="0" y="0"/>
          <a:ext cx="0" cy="0"/>
          <a:chOff x="0" y="0"/>
          <a:chExt cx="0" cy="0"/>
        </a:xfrm>
      </p:grpSpPr>
      <p:sp>
        <p:nvSpPr>
          <p:cNvPr id="913" name="Google Shape;913;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14" name="Google Shape;914;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12"/>
        <p:cNvGrpSpPr/>
        <p:nvPr/>
      </p:nvGrpSpPr>
      <p:grpSpPr>
        <a:xfrm>
          <a:off x="0" y="0"/>
          <a:ext cx="0" cy="0"/>
          <a:chOff x="0" y="0"/>
          <a:chExt cx="0" cy="0"/>
        </a:xfrm>
      </p:grpSpPr>
      <p:sp>
        <p:nvSpPr>
          <p:cNvPr id="913" name="Google Shape;913;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14" name="Google Shape;914;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19"/>
        <p:cNvGrpSpPr/>
        <p:nvPr/>
      </p:nvGrpSpPr>
      <p:grpSpPr>
        <a:xfrm>
          <a:off x="0" y="0"/>
          <a:ext cx="0" cy="0"/>
          <a:chOff x="0" y="0"/>
          <a:chExt cx="0" cy="0"/>
        </a:xfrm>
      </p:grpSpPr>
      <p:sp>
        <p:nvSpPr>
          <p:cNvPr id="920" name="Google Shape;920;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21" name="Google Shape;921;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475"/>
        <p:cNvGrpSpPr/>
        <p:nvPr/>
      </p:nvGrpSpPr>
      <p:grpSpPr>
        <a:xfrm>
          <a:off x="0" y="0"/>
          <a:ext cx="0" cy="0"/>
          <a:chOff x="0" y="0"/>
          <a:chExt cx="0" cy="0"/>
        </a:xfrm>
      </p:grpSpPr>
      <p:sp>
        <p:nvSpPr>
          <p:cNvPr id="476" name="Google Shape;476;p2"/>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p:txBody>
      </p:sp>
      <p:sp>
        <p:nvSpPr>
          <p:cNvPr id="477" name="Google Shape;477;p2"/>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p:txBody>
      </p:sp>
      <p:sp>
        <p:nvSpPr>
          <p:cNvPr id="478" name="Google Shape;478;p2"/>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panose="020B0503020204020204"/>
              <a:buNone/>
              <a:defRPr sz="1800" b="1" i="0" u="none" strike="noStrike" cap="none">
                <a:solidFill>
                  <a:schemeClr val="accent1"/>
                </a:solidFill>
                <a:latin typeface="Corbel" panose="020B0503020204020204"/>
                <a:ea typeface="Corbel" panose="020B0503020204020204"/>
                <a:cs typeface="Corbel" panose="020B0503020204020204"/>
                <a:sym typeface="Corbel" panose="020B0503020204020204"/>
              </a:defRPr>
            </a:lvl1pPr>
            <a:lvl2pPr marL="0" marR="0" lvl="1" indent="0" algn="r" rtl="0">
              <a:lnSpc>
                <a:spcPct val="100000"/>
              </a:lnSpc>
              <a:spcBef>
                <a:spcPts val="0"/>
              </a:spcBef>
              <a:spcAft>
                <a:spcPts val="0"/>
              </a:spcAft>
              <a:buClr>
                <a:schemeClr val="accent1"/>
              </a:buClr>
              <a:buSzPts val="1800"/>
              <a:buFont typeface="Corbel" panose="020B0503020204020204"/>
              <a:buNone/>
              <a:defRPr sz="1800" b="1" i="0" u="none" strike="noStrike" cap="none">
                <a:solidFill>
                  <a:schemeClr val="accent1"/>
                </a:solidFill>
                <a:latin typeface="Corbel" panose="020B0503020204020204"/>
                <a:ea typeface="Corbel" panose="020B0503020204020204"/>
                <a:cs typeface="Corbel" panose="020B0503020204020204"/>
                <a:sym typeface="Corbel" panose="020B0503020204020204"/>
              </a:defRPr>
            </a:lvl2pPr>
            <a:lvl3pPr marL="0" marR="0" lvl="2" indent="0" algn="r" rtl="0">
              <a:lnSpc>
                <a:spcPct val="100000"/>
              </a:lnSpc>
              <a:spcBef>
                <a:spcPts val="0"/>
              </a:spcBef>
              <a:spcAft>
                <a:spcPts val="0"/>
              </a:spcAft>
              <a:buClr>
                <a:schemeClr val="accent1"/>
              </a:buClr>
              <a:buSzPts val="1800"/>
              <a:buFont typeface="Corbel" panose="020B0503020204020204"/>
              <a:buNone/>
              <a:defRPr sz="1800" b="1" i="0" u="none" strike="noStrike" cap="none">
                <a:solidFill>
                  <a:schemeClr val="accent1"/>
                </a:solidFill>
                <a:latin typeface="Corbel" panose="020B0503020204020204"/>
                <a:ea typeface="Corbel" panose="020B0503020204020204"/>
                <a:cs typeface="Corbel" panose="020B0503020204020204"/>
                <a:sym typeface="Corbel" panose="020B0503020204020204"/>
              </a:defRPr>
            </a:lvl3pPr>
            <a:lvl4pPr marL="0" marR="0" lvl="3" indent="0" algn="r" rtl="0">
              <a:lnSpc>
                <a:spcPct val="100000"/>
              </a:lnSpc>
              <a:spcBef>
                <a:spcPts val="0"/>
              </a:spcBef>
              <a:spcAft>
                <a:spcPts val="0"/>
              </a:spcAft>
              <a:buClr>
                <a:schemeClr val="accent1"/>
              </a:buClr>
              <a:buSzPts val="1800"/>
              <a:buFont typeface="Corbel" panose="020B0503020204020204"/>
              <a:buNone/>
              <a:defRPr sz="1800" b="1" i="0" u="none" strike="noStrike" cap="none">
                <a:solidFill>
                  <a:schemeClr val="accent1"/>
                </a:solidFill>
                <a:latin typeface="Corbel" panose="020B0503020204020204"/>
                <a:ea typeface="Corbel" panose="020B0503020204020204"/>
                <a:cs typeface="Corbel" panose="020B0503020204020204"/>
                <a:sym typeface="Corbel" panose="020B0503020204020204"/>
              </a:defRPr>
            </a:lvl4pPr>
            <a:lvl5pPr marL="0" marR="0" lvl="4" indent="0" algn="r" rtl="0">
              <a:lnSpc>
                <a:spcPct val="100000"/>
              </a:lnSpc>
              <a:spcBef>
                <a:spcPts val="0"/>
              </a:spcBef>
              <a:spcAft>
                <a:spcPts val="0"/>
              </a:spcAft>
              <a:buClr>
                <a:schemeClr val="accent1"/>
              </a:buClr>
              <a:buSzPts val="1800"/>
              <a:buFont typeface="Corbel" panose="020B0503020204020204"/>
              <a:buNone/>
              <a:defRPr sz="1800" b="1" i="0" u="none" strike="noStrike" cap="none">
                <a:solidFill>
                  <a:schemeClr val="accent1"/>
                </a:solidFill>
                <a:latin typeface="Corbel" panose="020B0503020204020204"/>
                <a:ea typeface="Corbel" panose="020B0503020204020204"/>
                <a:cs typeface="Corbel" panose="020B0503020204020204"/>
                <a:sym typeface="Corbel" panose="020B0503020204020204"/>
              </a:defRPr>
            </a:lvl5pPr>
            <a:lvl6pPr marL="0" marR="0" lvl="5" indent="0" algn="r" rtl="0">
              <a:lnSpc>
                <a:spcPct val="100000"/>
              </a:lnSpc>
              <a:spcBef>
                <a:spcPts val="0"/>
              </a:spcBef>
              <a:spcAft>
                <a:spcPts val="0"/>
              </a:spcAft>
              <a:buClr>
                <a:schemeClr val="accent1"/>
              </a:buClr>
              <a:buSzPts val="1800"/>
              <a:buFont typeface="Corbel" panose="020B0503020204020204"/>
              <a:buNone/>
              <a:defRPr sz="1800" b="1" i="0" u="none" strike="noStrike" cap="none">
                <a:solidFill>
                  <a:schemeClr val="accent1"/>
                </a:solidFill>
                <a:latin typeface="Corbel" panose="020B0503020204020204"/>
                <a:ea typeface="Corbel" panose="020B0503020204020204"/>
                <a:cs typeface="Corbel" panose="020B0503020204020204"/>
                <a:sym typeface="Corbel" panose="020B0503020204020204"/>
              </a:defRPr>
            </a:lvl6pPr>
            <a:lvl7pPr marL="0" marR="0" lvl="6" indent="0" algn="r" rtl="0">
              <a:lnSpc>
                <a:spcPct val="100000"/>
              </a:lnSpc>
              <a:spcBef>
                <a:spcPts val="0"/>
              </a:spcBef>
              <a:spcAft>
                <a:spcPts val="0"/>
              </a:spcAft>
              <a:buClr>
                <a:schemeClr val="accent1"/>
              </a:buClr>
              <a:buSzPts val="1800"/>
              <a:buFont typeface="Corbel" panose="020B0503020204020204"/>
              <a:buNone/>
              <a:defRPr sz="1800" b="1" i="0" u="none" strike="noStrike" cap="none">
                <a:solidFill>
                  <a:schemeClr val="accent1"/>
                </a:solidFill>
                <a:latin typeface="Corbel" panose="020B0503020204020204"/>
                <a:ea typeface="Corbel" panose="020B0503020204020204"/>
                <a:cs typeface="Corbel" panose="020B0503020204020204"/>
                <a:sym typeface="Corbel" panose="020B0503020204020204"/>
              </a:defRPr>
            </a:lvl7pPr>
            <a:lvl8pPr marL="0" marR="0" lvl="7" indent="0" algn="r" rtl="0">
              <a:lnSpc>
                <a:spcPct val="100000"/>
              </a:lnSpc>
              <a:spcBef>
                <a:spcPts val="0"/>
              </a:spcBef>
              <a:spcAft>
                <a:spcPts val="0"/>
              </a:spcAft>
              <a:buClr>
                <a:schemeClr val="accent1"/>
              </a:buClr>
              <a:buSzPts val="1800"/>
              <a:buFont typeface="Corbel" panose="020B0503020204020204"/>
              <a:buNone/>
              <a:defRPr sz="1800" b="1" i="0" u="none" strike="noStrike" cap="none">
                <a:solidFill>
                  <a:schemeClr val="accent1"/>
                </a:solidFill>
                <a:latin typeface="Corbel" panose="020B0503020204020204"/>
                <a:ea typeface="Corbel" panose="020B0503020204020204"/>
                <a:cs typeface="Corbel" panose="020B0503020204020204"/>
                <a:sym typeface="Corbel" panose="020B0503020204020204"/>
              </a:defRPr>
            </a:lvl8pPr>
            <a:lvl9pPr marL="0" marR="0" lvl="8" indent="0" algn="r" rtl="0">
              <a:lnSpc>
                <a:spcPct val="100000"/>
              </a:lnSpc>
              <a:spcBef>
                <a:spcPts val="0"/>
              </a:spcBef>
              <a:spcAft>
                <a:spcPts val="0"/>
              </a:spcAft>
              <a:buClr>
                <a:schemeClr val="accent1"/>
              </a:buClr>
              <a:buSzPts val="1800"/>
              <a:buFont typeface="Corbel" panose="020B0503020204020204"/>
              <a:buNone/>
              <a:defRPr sz="1800" b="1" i="0" u="none" strike="noStrike" cap="none">
                <a:solidFill>
                  <a:schemeClr val="accent1"/>
                </a:solidFill>
                <a:latin typeface="Corbel" panose="020B0503020204020204"/>
                <a:ea typeface="Corbel" panose="020B0503020204020204"/>
                <a:cs typeface="Corbel" panose="020B0503020204020204"/>
                <a:sym typeface="Corbel" panose="020B0503020204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488"/>
        <p:cNvGrpSpPr/>
        <p:nvPr/>
      </p:nvGrpSpPr>
      <p:grpSpPr>
        <a:xfrm>
          <a:off x="0" y="0"/>
          <a:ext cx="0" cy="0"/>
          <a:chOff x="0" y="0"/>
          <a:chExt cx="0" cy="0"/>
        </a:xfrm>
      </p:grpSpPr>
      <p:sp>
        <p:nvSpPr>
          <p:cNvPr id="489" name="Google Shape;489;p4"/>
          <p:cNvSpPr txBox="1">
            <a:spLocks noGrp="1"/>
          </p:cNvSpPr>
          <p:nvPr>
            <p:ph type="title"/>
          </p:nvPr>
        </p:nvSpPr>
        <p:spPr>
          <a:xfrm rot="5400000">
            <a:off x="-1028700" y="3086100"/>
            <a:ext cx="7429500" cy="42291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p:txBody>
      </p:sp>
      <p:sp>
        <p:nvSpPr>
          <p:cNvPr id="490" name="Google Shape;490;p4"/>
          <p:cNvSpPr txBox="1">
            <a:spLocks noGrp="1"/>
          </p:cNvSpPr>
          <p:nvPr>
            <p:ph type="body" idx="1"/>
          </p:nvPr>
        </p:nvSpPr>
        <p:spPr>
          <a:xfrm rot="5400000">
            <a:off x="7447818" y="-342930"/>
            <a:ext cx="7680900" cy="109728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800"/>
              </a:spcBef>
              <a:spcAft>
                <a:spcPts val="0"/>
              </a:spcAft>
              <a:buSzPts val="1800"/>
              <a:buChar char="●"/>
              <a:defRPr/>
            </a:lvl1pPr>
            <a:lvl2pPr marL="914400" lvl="1" indent="-342900" algn="l" rtl="0">
              <a:lnSpc>
                <a:spcPct val="90000"/>
              </a:lnSpc>
              <a:spcBef>
                <a:spcPts val="375"/>
              </a:spcBef>
              <a:spcAft>
                <a:spcPts val="0"/>
              </a:spcAft>
              <a:buSzPts val="1800"/>
              <a:buChar char="●"/>
              <a:defRPr/>
            </a:lvl2pPr>
            <a:lvl3pPr marL="1371600" lvl="2" indent="-342900" algn="l" rtl="0">
              <a:lnSpc>
                <a:spcPct val="90000"/>
              </a:lnSpc>
              <a:spcBef>
                <a:spcPts val="375"/>
              </a:spcBef>
              <a:spcAft>
                <a:spcPts val="0"/>
              </a:spcAft>
              <a:buSzPts val="1800"/>
              <a:buChar char="●"/>
              <a:defRPr/>
            </a:lvl3pPr>
            <a:lvl4pPr marL="1828800" lvl="3" indent="-342900" algn="l" rtl="0">
              <a:lnSpc>
                <a:spcPct val="90000"/>
              </a:lnSpc>
              <a:spcBef>
                <a:spcPts val="375"/>
              </a:spcBef>
              <a:spcAft>
                <a:spcPts val="0"/>
              </a:spcAft>
              <a:buSzPts val="1800"/>
              <a:buChar char="●"/>
              <a:defRPr/>
            </a:lvl4pPr>
            <a:lvl5pPr marL="2286000" lvl="4" indent="-342900" algn="l" rtl="0">
              <a:lnSpc>
                <a:spcPct val="90000"/>
              </a:lnSpc>
              <a:spcBef>
                <a:spcPts val="375"/>
              </a:spcBef>
              <a:spcAft>
                <a:spcPts val="0"/>
              </a:spcAft>
              <a:buSzPts val="1800"/>
              <a:buChar char="●"/>
              <a:defRPr/>
            </a:lvl5pPr>
            <a:lvl6pPr marL="2743200" lvl="5" indent="-342900" algn="l" rtl="0">
              <a:lnSpc>
                <a:spcPct val="90000"/>
              </a:lnSpc>
              <a:spcBef>
                <a:spcPts val="375"/>
              </a:spcBef>
              <a:spcAft>
                <a:spcPts val="0"/>
              </a:spcAft>
              <a:buSzPts val="1800"/>
              <a:buChar char="●"/>
              <a:defRPr/>
            </a:lvl6pPr>
            <a:lvl7pPr marL="3200400" lvl="6" indent="-342900" algn="l" rtl="0">
              <a:lnSpc>
                <a:spcPct val="90000"/>
              </a:lnSpc>
              <a:spcBef>
                <a:spcPts val="375"/>
              </a:spcBef>
              <a:spcAft>
                <a:spcPts val="0"/>
              </a:spcAft>
              <a:buSzPts val="1800"/>
              <a:buChar char="●"/>
              <a:defRPr/>
            </a:lvl7pPr>
            <a:lvl8pPr marL="3657600" lvl="7" indent="-342900" algn="l" rtl="0">
              <a:lnSpc>
                <a:spcPct val="90000"/>
              </a:lnSpc>
              <a:spcBef>
                <a:spcPts val="375"/>
              </a:spcBef>
              <a:spcAft>
                <a:spcPts val="0"/>
              </a:spcAft>
              <a:buSzPts val="1800"/>
              <a:buChar char="●"/>
              <a:defRPr/>
            </a:lvl8pPr>
            <a:lvl9pPr marL="4114800" lvl="8" indent="-342900" algn="l" rtl="0">
              <a:lnSpc>
                <a:spcPct val="90000"/>
              </a:lnSpc>
              <a:spcBef>
                <a:spcPts val="375"/>
              </a:spcBef>
              <a:spcAft>
                <a:spcPts val="375"/>
              </a:spcAft>
              <a:buSzPts val="1800"/>
              <a:buChar char="●"/>
              <a:defRPr/>
            </a:lvl9pPr>
          </a:lstStyle>
          <a:p/>
        </p:txBody>
      </p:sp>
      <p:sp>
        <p:nvSpPr>
          <p:cNvPr id="491" name="Google Shape;491;p4"/>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p:txBody>
      </p:sp>
      <p:sp>
        <p:nvSpPr>
          <p:cNvPr id="492" name="Google Shape;492;p4"/>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p:txBody>
      </p:sp>
      <p:sp>
        <p:nvSpPr>
          <p:cNvPr id="493" name="Google Shape;493;p4"/>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1pPr>
            <a:lvl2pPr marL="0" marR="0" lvl="1"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2pPr>
            <a:lvl3pPr marL="0" marR="0" lvl="2"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3pPr>
            <a:lvl4pPr marL="0" marR="0" lvl="3"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4pPr>
            <a:lvl5pPr marL="0" marR="0" lvl="4"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5pPr>
            <a:lvl6pPr marL="0" marR="0" lvl="5"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6pPr>
            <a:lvl7pPr marL="0" marR="0" lvl="6"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7pPr>
            <a:lvl8pPr marL="0" marR="0" lvl="7"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8pPr>
            <a:lvl9pPr marL="0" marR="0" lvl="8"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494"/>
        <p:cNvGrpSpPr/>
        <p:nvPr/>
      </p:nvGrpSpPr>
      <p:grpSpPr>
        <a:xfrm>
          <a:off x="0" y="0"/>
          <a:ext cx="0" cy="0"/>
          <a:chOff x="0" y="0"/>
          <a:chExt cx="0" cy="0"/>
        </a:xfrm>
      </p:grpSpPr>
      <p:sp>
        <p:nvSpPr>
          <p:cNvPr id="495" name="Google Shape;495;p5"/>
          <p:cNvSpPr txBox="1">
            <a:spLocks noGrp="1"/>
          </p:cNvSpPr>
          <p:nvPr>
            <p:ph type="title"/>
          </p:nvPr>
        </p:nvSpPr>
        <p:spPr>
          <a:xfrm>
            <a:off x="379412" y="1685925"/>
            <a:ext cx="4421100" cy="6900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p:txBody>
      </p:sp>
      <p:sp>
        <p:nvSpPr>
          <p:cNvPr id="496" name="Google Shape;496;p5"/>
          <p:cNvSpPr txBox="1">
            <a:spLocks noGrp="1"/>
          </p:cNvSpPr>
          <p:nvPr>
            <p:ph type="body" idx="1"/>
          </p:nvPr>
        </p:nvSpPr>
        <p:spPr>
          <a:xfrm rot="5400000">
            <a:off x="7443050" y="-350100"/>
            <a:ext cx="7681800" cy="109728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800"/>
              </a:spcBef>
              <a:spcAft>
                <a:spcPts val="0"/>
              </a:spcAft>
              <a:buSzPts val="1800"/>
              <a:buChar char="●"/>
              <a:defRPr/>
            </a:lvl1pPr>
            <a:lvl2pPr marL="914400" lvl="1" indent="-342900" algn="l" rtl="0">
              <a:lnSpc>
                <a:spcPct val="90000"/>
              </a:lnSpc>
              <a:spcBef>
                <a:spcPts val="375"/>
              </a:spcBef>
              <a:spcAft>
                <a:spcPts val="0"/>
              </a:spcAft>
              <a:buSzPts val="1800"/>
              <a:buChar char="●"/>
              <a:defRPr/>
            </a:lvl2pPr>
            <a:lvl3pPr marL="1371600" lvl="2" indent="-342900" algn="l" rtl="0">
              <a:lnSpc>
                <a:spcPct val="90000"/>
              </a:lnSpc>
              <a:spcBef>
                <a:spcPts val="375"/>
              </a:spcBef>
              <a:spcAft>
                <a:spcPts val="0"/>
              </a:spcAft>
              <a:buSzPts val="1800"/>
              <a:buChar char="●"/>
              <a:defRPr/>
            </a:lvl3pPr>
            <a:lvl4pPr marL="1828800" lvl="3" indent="-342900" algn="l" rtl="0">
              <a:lnSpc>
                <a:spcPct val="90000"/>
              </a:lnSpc>
              <a:spcBef>
                <a:spcPts val="375"/>
              </a:spcBef>
              <a:spcAft>
                <a:spcPts val="0"/>
              </a:spcAft>
              <a:buSzPts val="1800"/>
              <a:buChar char="●"/>
              <a:defRPr/>
            </a:lvl4pPr>
            <a:lvl5pPr marL="2286000" lvl="4" indent="-342900" algn="l" rtl="0">
              <a:lnSpc>
                <a:spcPct val="90000"/>
              </a:lnSpc>
              <a:spcBef>
                <a:spcPts val="375"/>
              </a:spcBef>
              <a:spcAft>
                <a:spcPts val="0"/>
              </a:spcAft>
              <a:buSzPts val="1800"/>
              <a:buChar char="●"/>
              <a:defRPr/>
            </a:lvl5pPr>
            <a:lvl6pPr marL="2743200" lvl="5" indent="-342900" algn="l" rtl="0">
              <a:lnSpc>
                <a:spcPct val="90000"/>
              </a:lnSpc>
              <a:spcBef>
                <a:spcPts val="375"/>
              </a:spcBef>
              <a:spcAft>
                <a:spcPts val="0"/>
              </a:spcAft>
              <a:buSzPts val="1800"/>
              <a:buChar char="●"/>
              <a:defRPr/>
            </a:lvl6pPr>
            <a:lvl7pPr marL="3200400" lvl="6" indent="-342900" algn="l" rtl="0">
              <a:lnSpc>
                <a:spcPct val="90000"/>
              </a:lnSpc>
              <a:spcBef>
                <a:spcPts val="375"/>
              </a:spcBef>
              <a:spcAft>
                <a:spcPts val="0"/>
              </a:spcAft>
              <a:buSzPts val="1800"/>
              <a:buChar char="●"/>
              <a:defRPr/>
            </a:lvl7pPr>
            <a:lvl8pPr marL="3657600" lvl="7" indent="-342900" algn="l" rtl="0">
              <a:lnSpc>
                <a:spcPct val="90000"/>
              </a:lnSpc>
              <a:spcBef>
                <a:spcPts val="375"/>
              </a:spcBef>
              <a:spcAft>
                <a:spcPts val="0"/>
              </a:spcAft>
              <a:buSzPts val="1800"/>
              <a:buChar char="●"/>
              <a:defRPr/>
            </a:lvl8pPr>
            <a:lvl9pPr marL="4114800" lvl="8" indent="-342900" algn="l" rtl="0">
              <a:lnSpc>
                <a:spcPct val="90000"/>
              </a:lnSpc>
              <a:spcBef>
                <a:spcPts val="375"/>
              </a:spcBef>
              <a:spcAft>
                <a:spcPts val="375"/>
              </a:spcAft>
              <a:buSzPts val="1800"/>
              <a:buChar char="●"/>
              <a:defRPr/>
            </a:lvl9pPr>
          </a:lstStyle>
          <a:p/>
        </p:txBody>
      </p:sp>
      <p:sp>
        <p:nvSpPr>
          <p:cNvPr id="497" name="Google Shape;497;p5"/>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p:txBody>
      </p:sp>
      <p:sp>
        <p:nvSpPr>
          <p:cNvPr id="498" name="Google Shape;498;p5"/>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p:txBody>
      </p:sp>
      <p:sp>
        <p:nvSpPr>
          <p:cNvPr id="499" name="Google Shape;499;p5"/>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1pPr>
            <a:lvl2pPr marL="0" marR="0" lvl="1"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2pPr>
            <a:lvl3pPr marL="0" marR="0" lvl="2"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3pPr>
            <a:lvl4pPr marL="0" marR="0" lvl="3"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4pPr>
            <a:lvl5pPr marL="0" marR="0" lvl="4"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5pPr>
            <a:lvl6pPr marL="0" marR="0" lvl="5"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6pPr>
            <a:lvl7pPr marL="0" marR="0" lvl="6"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7pPr>
            <a:lvl8pPr marL="0" marR="0" lvl="7"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8pPr>
            <a:lvl9pPr marL="0" marR="0" lvl="8"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00"/>
        <p:cNvGrpSpPr/>
        <p:nvPr/>
      </p:nvGrpSpPr>
      <p:grpSpPr>
        <a:xfrm>
          <a:off x="0" y="0"/>
          <a:ext cx="0" cy="0"/>
          <a:chOff x="0" y="0"/>
          <a:chExt cx="0" cy="0"/>
        </a:xfrm>
      </p:grpSpPr>
      <p:sp>
        <p:nvSpPr>
          <p:cNvPr id="501" name="Google Shape;501;p6"/>
          <p:cNvSpPr txBox="1">
            <a:spLocks noGrp="1"/>
          </p:cNvSpPr>
          <p:nvPr>
            <p:ph type="title"/>
          </p:nvPr>
        </p:nvSpPr>
        <p:spPr>
          <a:xfrm>
            <a:off x="384048" y="1714500"/>
            <a:ext cx="4251900" cy="35661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SzPts val="1400"/>
              <a:buNone/>
              <a:defRPr sz="4800" b="0"/>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p:txBody>
      </p:sp>
      <p:sp>
        <p:nvSpPr>
          <p:cNvPr id="502" name="Google Shape;502;p6"/>
          <p:cNvSpPr txBox="1">
            <a:spLocks noGrp="1"/>
          </p:cNvSpPr>
          <p:nvPr>
            <p:ph type="body" idx="1"/>
          </p:nvPr>
        </p:nvSpPr>
        <p:spPr>
          <a:xfrm>
            <a:off x="5801868" y="1303020"/>
            <a:ext cx="10972800" cy="7680900"/>
          </a:xfrm>
          <a:prstGeom prst="rect">
            <a:avLst/>
          </a:prstGeom>
          <a:noFill/>
          <a:ln>
            <a:noFill/>
          </a:ln>
        </p:spPr>
        <p:txBody>
          <a:bodyPr spcFirstLastPara="1" wrap="square" lIns="91425" tIns="45700" rIns="91425" bIns="45700" anchor="ctr" anchorCtr="0">
            <a:noAutofit/>
          </a:bodyPr>
          <a:lstStyle>
            <a:lvl1pPr marL="457200" lvl="0" indent="-419100" algn="l" rtl="0">
              <a:lnSpc>
                <a:spcPct val="90000"/>
              </a:lnSpc>
              <a:spcBef>
                <a:spcPts val="1800"/>
              </a:spcBef>
              <a:spcAft>
                <a:spcPts val="0"/>
              </a:spcAft>
              <a:buSzPts val="3000"/>
              <a:buChar char="●"/>
              <a:defRPr sz="3000"/>
            </a:lvl1pPr>
            <a:lvl2pPr marL="914400" lvl="1" indent="-400050" algn="l" rtl="0">
              <a:lnSpc>
                <a:spcPct val="90000"/>
              </a:lnSpc>
              <a:spcBef>
                <a:spcPts val="375"/>
              </a:spcBef>
              <a:spcAft>
                <a:spcPts val="0"/>
              </a:spcAft>
              <a:buSzPts val="2700"/>
              <a:buChar char="●"/>
              <a:defRPr sz="2700"/>
            </a:lvl2pPr>
            <a:lvl3pPr marL="1371600" lvl="2" indent="-381000" algn="l" rtl="0">
              <a:lnSpc>
                <a:spcPct val="90000"/>
              </a:lnSpc>
              <a:spcBef>
                <a:spcPts val="375"/>
              </a:spcBef>
              <a:spcAft>
                <a:spcPts val="0"/>
              </a:spcAft>
              <a:buSzPts val="2400"/>
              <a:buChar char="●"/>
              <a:defRPr sz="2400"/>
            </a:lvl3pPr>
            <a:lvl4pPr marL="1828800" lvl="3" indent="-361950" algn="l" rtl="0">
              <a:lnSpc>
                <a:spcPct val="90000"/>
              </a:lnSpc>
              <a:spcBef>
                <a:spcPts val="375"/>
              </a:spcBef>
              <a:spcAft>
                <a:spcPts val="0"/>
              </a:spcAft>
              <a:buSzPts val="2100"/>
              <a:buChar char="●"/>
              <a:defRPr sz="2100"/>
            </a:lvl4pPr>
            <a:lvl5pPr marL="2286000" lvl="4" indent="-361950" algn="l" rtl="0">
              <a:lnSpc>
                <a:spcPct val="90000"/>
              </a:lnSpc>
              <a:spcBef>
                <a:spcPts val="375"/>
              </a:spcBef>
              <a:spcAft>
                <a:spcPts val="0"/>
              </a:spcAft>
              <a:buSzPts val="2100"/>
              <a:buChar char="●"/>
              <a:defRPr sz="2100"/>
            </a:lvl5pPr>
            <a:lvl6pPr marL="2743200" lvl="5" indent="-361950" algn="l" rtl="0">
              <a:lnSpc>
                <a:spcPct val="90000"/>
              </a:lnSpc>
              <a:spcBef>
                <a:spcPts val="375"/>
              </a:spcBef>
              <a:spcAft>
                <a:spcPts val="0"/>
              </a:spcAft>
              <a:buSzPts val="2100"/>
              <a:buChar char="●"/>
              <a:defRPr sz="2100"/>
            </a:lvl6pPr>
            <a:lvl7pPr marL="3200400" lvl="6" indent="-361950" algn="l" rtl="0">
              <a:lnSpc>
                <a:spcPct val="90000"/>
              </a:lnSpc>
              <a:spcBef>
                <a:spcPts val="375"/>
              </a:spcBef>
              <a:spcAft>
                <a:spcPts val="0"/>
              </a:spcAft>
              <a:buSzPts val="2100"/>
              <a:buChar char="●"/>
              <a:defRPr sz="2100"/>
            </a:lvl7pPr>
            <a:lvl8pPr marL="3657600" lvl="7" indent="-361950" algn="l" rtl="0">
              <a:lnSpc>
                <a:spcPct val="90000"/>
              </a:lnSpc>
              <a:spcBef>
                <a:spcPts val="375"/>
              </a:spcBef>
              <a:spcAft>
                <a:spcPts val="0"/>
              </a:spcAft>
              <a:buSzPts val="2100"/>
              <a:buChar char="●"/>
              <a:defRPr sz="2100"/>
            </a:lvl8pPr>
            <a:lvl9pPr marL="4114800" lvl="8" indent="-361950" algn="l" rtl="0">
              <a:lnSpc>
                <a:spcPct val="90000"/>
              </a:lnSpc>
              <a:spcBef>
                <a:spcPts val="375"/>
              </a:spcBef>
              <a:spcAft>
                <a:spcPts val="375"/>
              </a:spcAft>
              <a:buSzPts val="2100"/>
              <a:buChar char="●"/>
              <a:defRPr sz="2100"/>
            </a:lvl9pPr>
          </a:lstStyle>
          <a:p/>
        </p:txBody>
      </p:sp>
      <p:sp>
        <p:nvSpPr>
          <p:cNvPr id="503" name="Google Shape;503;p6"/>
          <p:cNvSpPr txBox="1">
            <a:spLocks noGrp="1"/>
          </p:cNvSpPr>
          <p:nvPr>
            <p:ph type="body" idx="2"/>
          </p:nvPr>
        </p:nvSpPr>
        <p:spPr>
          <a:xfrm>
            <a:off x="384048" y="5241264"/>
            <a:ext cx="4251900" cy="3483000"/>
          </a:xfrm>
          <a:prstGeom prst="rect">
            <a:avLst/>
          </a:prstGeom>
          <a:noFill/>
          <a:ln>
            <a:noFill/>
          </a:ln>
        </p:spPr>
        <p:txBody>
          <a:bodyPr spcFirstLastPara="1" wrap="square" lIns="91425" tIns="45700" rIns="91425" bIns="45700" anchor="t" anchorCtr="0">
            <a:normAutofit/>
          </a:bodyPr>
          <a:lstStyle>
            <a:lvl1pPr marL="457200" lvl="0" indent="-228600" algn="l" rtl="0">
              <a:lnSpc>
                <a:spcPct val="100000"/>
              </a:lnSpc>
              <a:spcBef>
                <a:spcPts val="1800"/>
              </a:spcBef>
              <a:spcAft>
                <a:spcPts val="0"/>
              </a:spcAft>
              <a:buSzPts val="2100"/>
              <a:buNone/>
              <a:defRPr sz="2100">
                <a:solidFill>
                  <a:srgbClr val="FFFFFF"/>
                </a:solidFill>
              </a:defRPr>
            </a:lvl1pPr>
            <a:lvl2pPr marL="914400" lvl="1" indent="-228600" algn="l" rtl="0">
              <a:lnSpc>
                <a:spcPct val="90000"/>
              </a:lnSpc>
              <a:spcBef>
                <a:spcPts val="375"/>
              </a:spcBef>
              <a:spcAft>
                <a:spcPts val="0"/>
              </a:spcAft>
              <a:buSzPts val="1800"/>
              <a:buNone/>
              <a:defRPr sz="1800"/>
            </a:lvl2pPr>
            <a:lvl3pPr marL="1371600" lvl="2" indent="-228600" algn="l" rtl="0">
              <a:lnSpc>
                <a:spcPct val="90000"/>
              </a:lnSpc>
              <a:spcBef>
                <a:spcPts val="375"/>
              </a:spcBef>
              <a:spcAft>
                <a:spcPts val="0"/>
              </a:spcAft>
              <a:buSzPts val="1500"/>
              <a:buNone/>
              <a:defRPr sz="1500"/>
            </a:lvl3pPr>
            <a:lvl4pPr marL="1828800" lvl="3" indent="-228600" algn="l" rtl="0">
              <a:lnSpc>
                <a:spcPct val="90000"/>
              </a:lnSpc>
              <a:spcBef>
                <a:spcPts val="375"/>
              </a:spcBef>
              <a:spcAft>
                <a:spcPts val="0"/>
              </a:spcAft>
              <a:buSzPts val="1350"/>
              <a:buNone/>
              <a:defRPr sz="1350"/>
            </a:lvl4pPr>
            <a:lvl5pPr marL="2286000" lvl="4" indent="-228600" algn="l" rtl="0">
              <a:lnSpc>
                <a:spcPct val="90000"/>
              </a:lnSpc>
              <a:spcBef>
                <a:spcPts val="375"/>
              </a:spcBef>
              <a:spcAft>
                <a:spcPts val="0"/>
              </a:spcAft>
              <a:buSzPts val="1350"/>
              <a:buNone/>
              <a:defRPr sz="1350"/>
            </a:lvl5pPr>
            <a:lvl6pPr marL="2743200" lvl="5" indent="-228600" algn="l" rtl="0">
              <a:lnSpc>
                <a:spcPct val="90000"/>
              </a:lnSpc>
              <a:spcBef>
                <a:spcPts val="375"/>
              </a:spcBef>
              <a:spcAft>
                <a:spcPts val="0"/>
              </a:spcAft>
              <a:buSzPts val="1350"/>
              <a:buNone/>
              <a:defRPr sz="1350"/>
            </a:lvl6pPr>
            <a:lvl7pPr marL="3200400" lvl="6" indent="-228600" algn="l" rtl="0">
              <a:lnSpc>
                <a:spcPct val="90000"/>
              </a:lnSpc>
              <a:spcBef>
                <a:spcPts val="375"/>
              </a:spcBef>
              <a:spcAft>
                <a:spcPts val="0"/>
              </a:spcAft>
              <a:buSzPts val="1350"/>
              <a:buNone/>
              <a:defRPr sz="1350"/>
            </a:lvl7pPr>
            <a:lvl8pPr marL="3657600" lvl="7" indent="-228600" algn="l" rtl="0">
              <a:lnSpc>
                <a:spcPct val="90000"/>
              </a:lnSpc>
              <a:spcBef>
                <a:spcPts val="375"/>
              </a:spcBef>
              <a:spcAft>
                <a:spcPts val="0"/>
              </a:spcAft>
              <a:buSzPts val="1350"/>
              <a:buNone/>
              <a:defRPr sz="1350"/>
            </a:lvl8pPr>
            <a:lvl9pPr marL="4114800" lvl="8" indent="-228600" algn="l" rtl="0">
              <a:lnSpc>
                <a:spcPct val="90000"/>
              </a:lnSpc>
              <a:spcBef>
                <a:spcPts val="375"/>
              </a:spcBef>
              <a:spcAft>
                <a:spcPts val="375"/>
              </a:spcAft>
              <a:buSzPts val="1350"/>
              <a:buNone/>
              <a:defRPr sz="1350"/>
            </a:lvl9pPr>
          </a:lstStyle>
          <a:p/>
        </p:txBody>
      </p:sp>
      <p:sp>
        <p:nvSpPr>
          <p:cNvPr id="504" name="Google Shape;504;p6"/>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p:txBody>
      </p:sp>
      <p:sp>
        <p:nvSpPr>
          <p:cNvPr id="505" name="Google Shape;505;p6"/>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p:txBody>
      </p:sp>
      <p:sp>
        <p:nvSpPr>
          <p:cNvPr id="506" name="Google Shape;506;p6"/>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1pPr>
            <a:lvl2pPr marL="0" marR="0" lvl="1"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2pPr>
            <a:lvl3pPr marL="0" marR="0" lvl="2"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3pPr>
            <a:lvl4pPr marL="0" marR="0" lvl="3"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4pPr>
            <a:lvl5pPr marL="0" marR="0" lvl="4"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5pPr>
            <a:lvl6pPr marL="0" marR="0" lvl="5"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6pPr>
            <a:lvl7pPr marL="0" marR="0" lvl="6"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7pPr>
            <a:lvl8pPr marL="0" marR="0" lvl="7"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8pPr>
            <a:lvl9pPr marL="0" marR="0" lvl="8"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507"/>
        <p:cNvGrpSpPr/>
        <p:nvPr/>
      </p:nvGrpSpPr>
      <p:grpSpPr>
        <a:xfrm>
          <a:off x="0" y="0"/>
          <a:ext cx="0" cy="0"/>
          <a:chOff x="0" y="0"/>
          <a:chExt cx="0" cy="0"/>
        </a:xfrm>
      </p:grpSpPr>
      <p:sp>
        <p:nvSpPr>
          <p:cNvPr id="508" name="Google Shape;508;p7"/>
          <p:cNvSpPr txBox="1">
            <a:spLocks noGrp="1"/>
          </p:cNvSpPr>
          <p:nvPr>
            <p:ph type="title"/>
          </p:nvPr>
        </p:nvSpPr>
        <p:spPr>
          <a:xfrm>
            <a:off x="379412" y="1685925"/>
            <a:ext cx="4421100" cy="6900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p:txBody>
      </p:sp>
      <p:sp>
        <p:nvSpPr>
          <p:cNvPr id="509" name="Google Shape;509;p7"/>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p:txBody>
      </p:sp>
      <p:sp>
        <p:nvSpPr>
          <p:cNvPr id="510" name="Google Shape;510;p7"/>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p:txBody>
      </p:sp>
      <p:sp>
        <p:nvSpPr>
          <p:cNvPr id="511" name="Google Shape;511;p7"/>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1pPr>
            <a:lvl2pPr marL="0" marR="0" lvl="1"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2pPr>
            <a:lvl3pPr marL="0" marR="0" lvl="2"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3pPr>
            <a:lvl4pPr marL="0" marR="0" lvl="3"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4pPr>
            <a:lvl5pPr marL="0" marR="0" lvl="4"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5pPr>
            <a:lvl6pPr marL="0" marR="0" lvl="5"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6pPr>
            <a:lvl7pPr marL="0" marR="0" lvl="6"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7pPr>
            <a:lvl8pPr marL="0" marR="0" lvl="7"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8pPr>
            <a:lvl9pPr marL="0" marR="0" lvl="8"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512"/>
        <p:cNvGrpSpPr/>
        <p:nvPr/>
      </p:nvGrpSpPr>
      <p:grpSpPr>
        <a:xfrm>
          <a:off x="0" y="0"/>
          <a:ext cx="0" cy="0"/>
          <a:chOff x="0" y="0"/>
          <a:chExt cx="0" cy="0"/>
        </a:xfrm>
      </p:grpSpPr>
      <p:sp>
        <p:nvSpPr>
          <p:cNvPr id="513" name="Google Shape;513;p8"/>
          <p:cNvSpPr txBox="1">
            <a:spLocks noGrp="1"/>
          </p:cNvSpPr>
          <p:nvPr>
            <p:ph type="title"/>
          </p:nvPr>
        </p:nvSpPr>
        <p:spPr>
          <a:xfrm>
            <a:off x="379412" y="1685925"/>
            <a:ext cx="4421100" cy="6900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p:txBody>
      </p:sp>
      <p:sp>
        <p:nvSpPr>
          <p:cNvPr id="514" name="Google Shape;514;p8"/>
          <p:cNvSpPr txBox="1">
            <a:spLocks noGrp="1"/>
          </p:cNvSpPr>
          <p:nvPr>
            <p:ph type="body" idx="1"/>
          </p:nvPr>
        </p:nvSpPr>
        <p:spPr>
          <a:xfrm>
            <a:off x="5801868" y="1535379"/>
            <a:ext cx="5212200" cy="12117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0"/>
              </a:spcBef>
              <a:spcAft>
                <a:spcPts val="0"/>
              </a:spcAft>
              <a:buSzPts val="3000"/>
              <a:buNone/>
              <a:defRPr sz="3000" b="1">
                <a:solidFill>
                  <a:srgbClr val="595959"/>
                </a:solidFill>
              </a:defRPr>
            </a:lvl1pPr>
            <a:lvl2pPr marL="914400" lvl="1" indent="-228600" algn="l" rtl="0">
              <a:lnSpc>
                <a:spcPct val="90000"/>
              </a:lnSpc>
              <a:spcBef>
                <a:spcPts val="375"/>
              </a:spcBef>
              <a:spcAft>
                <a:spcPts val="0"/>
              </a:spcAft>
              <a:buSzPts val="3000"/>
              <a:buNone/>
              <a:defRPr sz="3000" b="1"/>
            </a:lvl2pPr>
            <a:lvl3pPr marL="1371600" lvl="2" indent="-228600" algn="l" rtl="0">
              <a:lnSpc>
                <a:spcPct val="90000"/>
              </a:lnSpc>
              <a:spcBef>
                <a:spcPts val="375"/>
              </a:spcBef>
              <a:spcAft>
                <a:spcPts val="0"/>
              </a:spcAft>
              <a:buSzPts val="2700"/>
              <a:buNone/>
              <a:defRPr sz="2700" b="1"/>
            </a:lvl3pPr>
            <a:lvl4pPr marL="1828800" lvl="3" indent="-228600" algn="l" rtl="0">
              <a:lnSpc>
                <a:spcPct val="90000"/>
              </a:lnSpc>
              <a:spcBef>
                <a:spcPts val="375"/>
              </a:spcBef>
              <a:spcAft>
                <a:spcPts val="0"/>
              </a:spcAft>
              <a:buSzPts val="2400"/>
              <a:buNone/>
              <a:defRPr sz="2400" b="1"/>
            </a:lvl4pPr>
            <a:lvl5pPr marL="2286000" lvl="4" indent="-228600" algn="l" rtl="0">
              <a:lnSpc>
                <a:spcPct val="90000"/>
              </a:lnSpc>
              <a:spcBef>
                <a:spcPts val="375"/>
              </a:spcBef>
              <a:spcAft>
                <a:spcPts val="0"/>
              </a:spcAft>
              <a:buSzPts val="2400"/>
              <a:buNone/>
              <a:defRPr sz="2400" b="1"/>
            </a:lvl5pPr>
            <a:lvl6pPr marL="2743200" lvl="5" indent="-228600" algn="l" rtl="0">
              <a:lnSpc>
                <a:spcPct val="90000"/>
              </a:lnSpc>
              <a:spcBef>
                <a:spcPts val="375"/>
              </a:spcBef>
              <a:spcAft>
                <a:spcPts val="0"/>
              </a:spcAft>
              <a:buSzPts val="2400"/>
              <a:buNone/>
              <a:defRPr sz="2400" b="1"/>
            </a:lvl6pPr>
            <a:lvl7pPr marL="3200400" lvl="6" indent="-228600" algn="l" rtl="0">
              <a:lnSpc>
                <a:spcPct val="90000"/>
              </a:lnSpc>
              <a:spcBef>
                <a:spcPts val="375"/>
              </a:spcBef>
              <a:spcAft>
                <a:spcPts val="0"/>
              </a:spcAft>
              <a:buSzPts val="2400"/>
              <a:buNone/>
              <a:defRPr sz="2400" b="1"/>
            </a:lvl7pPr>
            <a:lvl8pPr marL="3657600" lvl="7" indent="-228600" algn="l" rtl="0">
              <a:lnSpc>
                <a:spcPct val="90000"/>
              </a:lnSpc>
              <a:spcBef>
                <a:spcPts val="375"/>
              </a:spcBef>
              <a:spcAft>
                <a:spcPts val="0"/>
              </a:spcAft>
              <a:buSzPts val="2400"/>
              <a:buNone/>
              <a:defRPr sz="2400" b="1"/>
            </a:lvl8pPr>
            <a:lvl9pPr marL="4114800" lvl="8" indent="-228600" algn="l" rtl="0">
              <a:lnSpc>
                <a:spcPct val="90000"/>
              </a:lnSpc>
              <a:spcBef>
                <a:spcPts val="375"/>
              </a:spcBef>
              <a:spcAft>
                <a:spcPts val="375"/>
              </a:spcAft>
              <a:buSzPts val="2400"/>
              <a:buNone/>
              <a:defRPr sz="2400" b="1"/>
            </a:lvl9pPr>
          </a:lstStyle>
          <a:p/>
        </p:txBody>
      </p:sp>
      <p:sp>
        <p:nvSpPr>
          <p:cNvPr id="515" name="Google Shape;515;p8"/>
          <p:cNvSpPr txBox="1">
            <a:spLocks noGrp="1"/>
          </p:cNvSpPr>
          <p:nvPr>
            <p:ph type="body" idx="2"/>
          </p:nvPr>
        </p:nvSpPr>
        <p:spPr>
          <a:xfrm>
            <a:off x="5801868" y="2896404"/>
            <a:ext cx="5212200" cy="6035100"/>
          </a:xfrm>
          <a:prstGeom prst="rect">
            <a:avLst/>
          </a:prstGeom>
          <a:noFill/>
          <a:ln>
            <a:noFill/>
          </a:ln>
        </p:spPr>
        <p:txBody>
          <a:bodyPr spcFirstLastPara="1" wrap="square" lIns="91425" tIns="45700" rIns="91425" bIns="45700" anchor="ctr" anchorCtr="0">
            <a:noAutofit/>
          </a:bodyPr>
          <a:lstStyle>
            <a:lvl1pPr marL="457200" lvl="0" indent="-419100" algn="l" rtl="0">
              <a:lnSpc>
                <a:spcPct val="90000"/>
              </a:lnSpc>
              <a:spcBef>
                <a:spcPts val="1800"/>
              </a:spcBef>
              <a:spcAft>
                <a:spcPts val="0"/>
              </a:spcAft>
              <a:buSzPts val="3000"/>
              <a:buChar char="●"/>
              <a:defRPr sz="3000"/>
            </a:lvl1pPr>
            <a:lvl2pPr marL="914400" lvl="1" indent="-400050" algn="l" rtl="0">
              <a:lnSpc>
                <a:spcPct val="90000"/>
              </a:lnSpc>
              <a:spcBef>
                <a:spcPts val="375"/>
              </a:spcBef>
              <a:spcAft>
                <a:spcPts val="0"/>
              </a:spcAft>
              <a:buSzPts val="2700"/>
              <a:buChar char="●"/>
              <a:defRPr sz="2700"/>
            </a:lvl2pPr>
            <a:lvl3pPr marL="1371600" lvl="2" indent="-381000" algn="l" rtl="0">
              <a:lnSpc>
                <a:spcPct val="90000"/>
              </a:lnSpc>
              <a:spcBef>
                <a:spcPts val="375"/>
              </a:spcBef>
              <a:spcAft>
                <a:spcPts val="0"/>
              </a:spcAft>
              <a:buSzPts val="2400"/>
              <a:buChar char="●"/>
              <a:defRPr sz="2400"/>
            </a:lvl3pPr>
            <a:lvl4pPr marL="1828800" lvl="3" indent="-361950" algn="l" rtl="0">
              <a:lnSpc>
                <a:spcPct val="90000"/>
              </a:lnSpc>
              <a:spcBef>
                <a:spcPts val="375"/>
              </a:spcBef>
              <a:spcAft>
                <a:spcPts val="0"/>
              </a:spcAft>
              <a:buSzPts val="2100"/>
              <a:buChar char="●"/>
              <a:defRPr sz="2100"/>
            </a:lvl4pPr>
            <a:lvl5pPr marL="2286000" lvl="4" indent="-361950" algn="l" rtl="0">
              <a:lnSpc>
                <a:spcPct val="90000"/>
              </a:lnSpc>
              <a:spcBef>
                <a:spcPts val="375"/>
              </a:spcBef>
              <a:spcAft>
                <a:spcPts val="0"/>
              </a:spcAft>
              <a:buSzPts val="2100"/>
              <a:buChar char="●"/>
              <a:defRPr sz="2100"/>
            </a:lvl5pPr>
            <a:lvl6pPr marL="2743200" lvl="5" indent="-361950" algn="l" rtl="0">
              <a:lnSpc>
                <a:spcPct val="90000"/>
              </a:lnSpc>
              <a:spcBef>
                <a:spcPts val="375"/>
              </a:spcBef>
              <a:spcAft>
                <a:spcPts val="0"/>
              </a:spcAft>
              <a:buSzPts val="2100"/>
              <a:buChar char="●"/>
              <a:defRPr sz="2100"/>
            </a:lvl6pPr>
            <a:lvl7pPr marL="3200400" lvl="6" indent="-361950" algn="l" rtl="0">
              <a:lnSpc>
                <a:spcPct val="90000"/>
              </a:lnSpc>
              <a:spcBef>
                <a:spcPts val="375"/>
              </a:spcBef>
              <a:spcAft>
                <a:spcPts val="0"/>
              </a:spcAft>
              <a:buSzPts val="2100"/>
              <a:buChar char="●"/>
              <a:defRPr sz="2100"/>
            </a:lvl7pPr>
            <a:lvl8pPr marL="3657600" lvl="7" indent="-361950" algn="l" rtl="0">
              <a:lnSpc>
                <a:spcPct val="90000"/>
              </a:lnSpc>
              <a:spcBef>
                <a:spcPts val="375"/>
              </a:spcBef>
              <a:spcAft>
                <a:spcPts val="0"/>
              </a:spcAft>
              <a:buSzPts val="2100"/>
              <a:buChar char="●"/>
              <a:defRPr sz="2100"/>
            </a:lvl8pPr>
            <a:lvl9pPr marL="4114800" lvl="8" indent="-361950" algn="l" rtl="0">
              <a:lnSpc>
                <a:spcPct val="90000"/>
              </a:lnSpc>
              <a:spcBef>
                <a:spcPts val="375"/>
              </a:spcBef>
              <a:spcAft>
                <a:spcPts val="375"/>
              </a:spcAft>
              <a:buSzPts val="2100"/>
              <a:buChar char="●"/>
              <a:defRPr sz="2100"/>
            </a:lvl9pPr>
          </a:lstStyle>
          <a:p/>
        </p:txBody>
      </p:sp>
      <p:sp>
        <p:nvSpPr>
          <p:cNvPr id="516" name="Google Shape;516;p8"/>
          <p:cNvSpPr txBox="1">
            <a:spLocks noGrp="1"/>
          </p:cNvSpPr>
          <p:nvPr>
            <p:ph type="body" idx="3"/>
          </p:nvPr>
        </p:nvSpPr>
        <p:spPr>
          <a:xfrm>
            <a:off x="11727695" y="1535380"/>
            <a:ext cx="5212200" cy="1219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0"/>
              </a:spcBef>
              <a:spcAft>
                <a:spcPts val="0"/>
              </a:spcAft>
              <a:buSzPts val="3000"/>
              <a:buNone/>
              <a:defRPr sz="3000" b="1">
                <a:solidFill>
                  <a:srgbClr val="595959"/>
                </a:solidFill>
              </a:defRPr>
            </a:lvl1pPr>
            <a:lvl2pPr marL="914400" lvl="1" indent="-228600" algn="l" rtl="0">
              <a:lnSpc>
                <a:spcPct val="90000"/>
              </a:lnSpc>
              <a:spcBef>
                <a:spcPts val="375"/>
              </a:spcBef>
              <a:spcAft>
                <a:spcPts val="0"/>
              </a:spcAft>
              <a:buSzPts val="3000"/>
              <a:buNone/>
              <a:defRPr sz="3000" b="1"/>
            </a:lvl2pPr>
            <a:lvl3pPr marL="1371600" lvl="2" indent="-228600" algn="l" rtl="0">
              <a:lnSpc>
                <a:spcPct val="90000"/>
              </a:lnSpc>
              <a:spcBef>
                <a:spcPts val="375"/>
              </a:spcBef>
              <a:spcAft>
                <a:spcPts val="0"/>
              </a:spcAft>
              <a:buSzPts val="2700"/>
              <a:buNone/>
              <a:defRPr sz="2700" b="1"/>
            </a:lvl3pPr>
            <a:lvl4pPr marL="1828800" lvl="3" indent="-228600" algn="l" rtl="0">
              <a:lnSpc>
                <a:spcPct val="90000"/>
              </a:lnSpc>
              <a:spcBef>
                <a:spcPts val="375"/>
              </a:spcBef>
              <a:spcAft>
                <a:spcPts val="0"/>
              </a:spcAft>
              <a:buSzPts val="2400"/>
              <a:buNone/>
              <a:defRPr sz="2400" b="1"/>
            </a:lvl4pPr>
            <a:lvl5pPr marL="2286000" lvl="4" indent="-228600" algn="l" rtl="0">
              <a:lnSpc>
                <a:spcPct val="90000"/>
              </a:lnSpc>
              <a:spcBef>
                <a:spcPts val="375"/>
              </a:spcBef>
              <a:spcAft>
                <a:spcPts val="0"/>
              </a:spcAft>
              <a:buSzPts val="2400"/>
              <a:buNone/>
              <a:defRPr sz="2400" b="1"/>
            </a:lvl5pPr>
            <a:lvl6pPr marL="2743200" lvl="5" indent="-228600" algn="l" rtl="0">
              <a:lnSpc>
                <a:spcPct val="90000"/>
              </a:lnSpc>
              <a:spcBef>
                <a:spcPts val="375"/>
              </a:spcBef>
              <a:spcAft>
                <a:spcPts val="0"/>
              </a:spcAft>
              <a:buSzPts val="2400"/>
              <a:buNone/>
              <a:defRPr sz="2400" b="1"/>
            </a:lvl6pPr>
            <a:lvl7pPr marL="3200400" lvl="6" indent="-228600" algn="l" rtl="0">
              <a:lnSpc>
                <a:spcPct val="90000"/>
              </a:lnSpc>
              <a:spcBef>
                <a:spcPts val="375"/>
              </a:spcBef>
              <a:spcAft>
                <a:spcPts val="0"/>
              </a:spcAft>
              <a:buSzPts val="2400"/>
              <a:buNone/>
              <a:defRPr sz="2400" b="1"/>
            </a:lvl7pPr>
            <a:lvl8pPr marL="3657600" lvl="7" indent="-228600" algn="l" rtl="0">
              <a:lnSpc>
                <a:spcPct val="90000"/>
              </a:lnSpc>
              <a:spcBef>
                <a:spcPts val="375"/>
              </a:spcBef>
              <a:spcAft>
                <a:spcPts val="0"/>
              </a:spcAft>
              <a:buSzPts val="2400"/>
              <a:buNone/>
              <a:defRPr sz="2400" b="1"/>
            </a:lvl8pPr>
            <a:lvl9pPr marL="4114800" lvl="8" indent="-228600" algn="l" rtl="0">
              <a:lnSpc>
                <a:spcPct val="90000"/>
              </a:lnSpc>
              <a:spcBef>
                <a:spcPts val="375"/>
              </a:spcBef>
              <a:spcAft>
                <a:spcPts val="375"/>
              </a:spcAft>
              <a:buSzPts val="2400"/>
              <a:buNone/>
              <a:defRPr sz="2400" b="1"/>
            </a:lvl9pPr>
          </a:lstStyle>
          <a:p/>
        </p:txBody>
      </p:sp>
      <p:sp>
        <p:nvSpPr>
          <p:cNvPr id="517" name="Google Shape;517;p8"/>
          <p:cNvSpPr txBox="1">
            <a:spLocks noGrp="1"/>
          </p:cNvSpPr>
          <p:nvPr>
            <p:ph type="body" idx="4"/>
          </p:nvPr>
        </p:nvSpPr>
        <p:spPr>
          <a:xfrm>
            <a:off x="11727695" y="2896404"/>
            <a:ext cx="5212200" cy="6035100"/>
          </a:xfrm>
          <a:prstGeom prst="rect">
            <a:avLst/>
          </a:prstGeom>
          <a:noFill/>
          <a:ln>
            <a:noFill/>
          </a:ln>
        </p:spPr>
        <p:txBody>
          <a:bodyPr spcFirstLastPara="1" wrap="square" lIns="91425" tIns="45700" rIns="91425" bIns="45700" anchor="ctr" anchorCtr="0">
            <a:noAutofit/>
          </a:bodyPr>
          <a:lstStyle>
            <a:lvl1pPr marL="457200" lvl="0" indent="-419100" algn="l" rtl="0">
              <a:lnSpc>
                <a:spcPct val="90000"/>
              </a:lnSpc>
              <a:spcBef>
                <a:spcPts val="1800"/>
              </a:spcBef>
              <a:spcAft>
                <a:spcPts val="0"/>
              </a:spcAft>
              <a:buSzPts val="3000"/>
              <a:buChar char="●"/>
              <a:defRPr sz="3000"/>
            </a:lvl1pPr>
            <a:lvl2pPr marL="914400" lvl="1" indent="-400050" algn="l" rtl="0">
              <a:lnSpc>
                <a:spcPct val="90000"/>
              </a:lnSpc>
              <a:spcBef>
                <a:spcPts val="375"/>
              </a:spcBef>
              <a:spcAft>
                <a:spcPts val="0"/>
              </a:spcAft>
              <a:buSzPts val="2700"/>
              <a:buChar char="●"/>
              <a:defRPr sz="2700"/>
            </a:lvl2pPr>
            <a:lvl3pPr marL="1371600" lvl="2" indent="-381000" algn="l" rtl="0">
              <a:lnSpc>
                <a:spcPct val="90000"/>
              </a:lnSpc>
              <a:spcBef>
                <a:spcPts val="375"/>
              </a:spcBef>
              <a:spcAft>
                <a:spcPts val="0"/>
              </a:spcAft>
              <a:buSzPts val="2400"/>
              <a:buChar char="●"/>
              <a:defRPr sz="2400"/>
            </a:lvl3pPr>
            <a:lvl4pPr marL="1828800" lvl="3" indent="-361950" algn="l" rtl="0">
              <a:lnSpc>
                <a:spcPct val="90000"/>
              </a:lnSpc>
              <a:spcBef>
                <a:spcPts val="375"/>
              </a:spcBef>
              <a:spcAft>
                <a:spcPts val="0"/>
              </a:spcAft>
              <a:buSzPts val="2100"/>
              <a:buChar char="●"/>
              <a:defRPr sz="2100"/>
            </a:lvl4pPr>
            <a:lvl5pPr marL="2286000" lvl="4" indent="-361950" algn="l" rtl="0">
              <a:lnSpc>
                <a:spcPct val="90000"/>
              </a:lnSpc>
              <a:spcBef>
                <a:spcPts val="375"/>
              </a:spcBef>
              <a:spcAft>
                <a:spcPts val="0"/>
              </a:spcAft>
              <a:buSzPts val="2100"/>
              <a:buChar char="●"/>
              <a:defRPr sz="2100"/>
            </a:lvl5pPr>
            <a:lvl6pPr marL="2743200" lvl="5" indent="-361950" algn="l" rtl="0">
              <a:lnSpc>
                <a:spcPct val="90000"/>
              </a:lnSpc>
              <a:spcBef>
                <a:spcPts val="375"/>
              </a:spcBef>
              <a:spcAft>
                <a:spcPts val="0"/>
              </a:spcAft>
              <a:buSzPts val="2100"/>
              <a:buChar char="●"/>
              <a:defRPr sz="2100"/>
            </a:lvl6pPr>
            <a:lvl7pPr marL="3200400" lvl="6" indent="-361950" algn="l" rtl="0">
              <a:lnSpc>
                <a:spcPct val="90000"/>
              </a:lnSpc>
              <a:spcBef>
                <a:spcPts val="375"/>
              </a:spcBef>
              <a:spcAft>
                <a:spcPts val="0"/>
              </a:spcAft>
              <a:buSzPts val="2100"/>
              <a:buChar char="●"/>
              <a:defRPr sz="2100"/>
            </a:lvl7pPr>
            <a:lvl8pPr marL="3657600" lvl="7" indent="-361950" algn="l" rtl="0">
              <a:lnSpc>
                <a:spcPct val="90000"/>
              </a:lnSpc>
              <a:spcBef>
                <a:spcPts val="375"/>
              </a:spcBef>
              <a:spcAft>
                <a:spcPts val="0"/>
              </a:spcAft>
              <a:buSzPts val="2100"/>
              <a:buChar char="●"/>
              <a:defRPr sz="2100"/>
            </a:lvl8pPr>
            <a:lvl9pPr marL="4114800" lvl="8" indent="-361950" algn="l" rtl="0">
              <a:lnSpc>
                <a:spcPct val="90000"/>
              </a:lnSpc>
              <a:spcBef>
                <a:spcPts val="375"/>
              </a:spcBef>
              <a:spcAft>
                <a:spcPts val="375"/>
              </a:spcAft>
              <a:buSzPts val="2100"/>
              <a:buChar char="●"/>
              <a:defRPr sz="2100"/>
            </a:lvl9pPr>
          </a:lstStyle>
          <a:p/>
        </p:txBody>
      </p:sp>
      <p:sp>
        <p:nvSpPr>
          <p:cNvPr id="518" name="Google Shape;518;p8"/>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p:txBody>
      </p:sp>
      <p:sp>
        <p:nvSpPr>
          <p:cNvPr id="519" name="Google Shape;519;p8"/>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p:txBody>
      </p:sp>
      <p:sp>
        <p:nvSpPr>
          <p:cNvPr id="520" name="Google Shape;520;p8"/>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1pPr>
            <a:lvl2pPr marL="0" marR="0" lvl="1"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2pPr>
            <a:lvl3pPr marL="0" marR="0" lvl="2"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3pPr>
            <a:lvl4pPr marL="0" marR="0" lvl="3"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4pPr>
            <a:lvl5pPr marL="0" marR="0" lvl="4"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5pPr>
            <a:lvl6pPr marL="0" marR="0" lvl="5"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6pPr>
            <a:lvl7pPr marL="0" marR="0" lvl="6"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7pPr>
            <a:lvl8pPr marL="0" marR="0" lvl="7"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8pPr>
            <a:lvl9pPr marL="0" marR="0" lvl="8"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521"/>
        <p:cNvGrpSpPr/>
        <p:nvPr/>
      </p:nvGrpSpPr>
      <p:grpSpPr>
        <a:xfrm>
          <a:off x="0" y="0"/>
          <a:ext cx="0" cy="0"/>
          <a:chOff x="0" y="0"/>
          <a:chExt cx="0" cy="0"/>
        </a:xfrm>
      </p:grpSpPr>
      <p:sp>
        <p:nvSpPr>
          <p:cNvPr id="522" name="Google Shape;522;p9"/>
          <p:cNvSpPr txBox="1">
            <a:spLocks noGrp="1"/>
          </p:cNvSpPr>
          <p:nvPr>
            <p:ph type="title"/>
          </p:nvPr>
        </p:nvSpPr>
        <p:spPr>
          <a:xfrm>
            <a:off x="379412" y="1685925"/>
            <a:ext cx="4421100" cy="6900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p:txBody>
      </p:sp>
      <p:sp>
        <p:nvSpPr>
          <p:cNvPr id="523" name="Google Shape;523;p9"/>
          <p:cNvSpPr txBox="1">
            <a:spLocks noGrp="1"/>
          </p:cNvSpPr>
          <p:nvPr>
            <p:ph type="body" idx="1"/>
          </p:nvPr>
        </p:nvSpPr>
        <p:spPr>
          <a:xfrm>
            <a:off x="5801868" y="1303020"/>
            <a:ext cx="5212200" cy="7680900"/>
          </a:xfrm>
          <a:prstGeom prst="rect">
            <a:avLst/>
          </a:prstGeom>
          <a:noFill/>
          <a:ln>
            <a:noFill/>
          </a:ln>
        </p:spPr>
        <p:txBody>
          <a:bodyPr spcFirstLastPara="1" wrap="square" lIns="91425" tIns="45700" rIns="91425" bIns="45700" anchor="ctr" anchorCtr="0">
            <a:noAutofit/>
          </a:bodyPr>
          <a:lstStyle>
            <a:lvl1pPr marL="457200" lvl="0" indent="-419100" algn="l" rtl="0">
              <a:lnSpc>
                <a:spcPct val="90000"/>
              </a:lnSpc>
              <a:spcBef>
                <a:spcPts val="1800"/>
              </a:spcBef>
              <a:spcAft>
                <a:spcPts val="0"/>
              </a:spcAft>
              <a:buSzPts val="3000"/>
              <a:buChar char="●"/>
              <a:defRPr sz="3000"/>
            </a:lvl1pPr>
            <a:lvl2pPr marL="914400" lvl="1" indent="-400050" algn="l" rtl="0">
              <a:lnSpc>
                <a:spcPct val="90000"/>
              </a:lnSpc>
              <a:spcBef>
                <a:spcPts val="375"/>
              </a:spcBef>
              <a:spcAft>
                <a:spcPts val="0"/>
              </a:spcAft>
              <a:buSzPts val="2700"/>
              <a:buChar char="●"/>
              <a:defRPr sz="2700"/>
            </a:lvl2pPr>
            <a:lvl3pPr marL="1371600" lvl="2" indent="-381000" algn="l" rtl="0">
              <a:lnSpc>
                <a:spcPct val="90000"/>
              </a:lnSpc>
              <a:spcBef>
                <a:spcPts val="375"/>
              </a:spcBef>
              <a:spcAft>
                <a:spcPts val="0"/>
              </a:spcAft>
              <a:buSzPts val="2400"/>
              <a:buChar char="●"/>
              <a:defRPr sz="2400"/>
            </a:lvl3pPr>
            <a:lvl4pPr marL="1828800" lvl="3" indent="-361950" algn="l" rtl="0">
              <a:lnSpc>
                <a:spcPct val="90000"/>
              </a:lnSpc>
              <a:spcBef>
                <a:spcPts val="375"/>
              </a:spcBef>
              <a:spcAft>
                <a:spcPts val="0"/>
              </a:spcAft>
              <a:buSzPts val="2100"/>
              <a:buChar char="●"/>
              <a:defRPr sz="2100"/>
            </a:lvl4pPr>
            <a:lvl5pPr marL="2286000" lvl="4" indent="-361950" algn="l" rtl="0">
              <a:lnSpc>
                <a:spcPct val="90000"/>
              </a:lnSpc>
              <a:spcBef>
                <a:spcPts val="375"/>
              </a:spcBef>
              <a:spcAft>
                <a:spcPts val="0"/>
              </a:spcAft>
              <a:buSzPts val="2100"/>
              <a:buChar char="●"/>
              <a:defRPr sz="2100"/>
            </a:lvl5pPr>
            <a:lvl6pPr marL="2743200" lvl="5" indent="-361950" algn="l" rtl="0">
              <a:lnSpc>
                <a:spcPct val="90000"/>
              </a:lnSpc>
              <a:spcBef>
                <a:spcPts val="375"/>
              </a:spcBef>
              <a:spcAft>
                <a:spcPts val="0"/>
              </a:spcAft>
              <a:buSzPts val="2100"/>
              <a:buChar char="●"/>
              <a:defRPr sz="2100"/>
            </a:lvl6pPr>
            <a:lvl7pPr marL="3200400" lvl="6" indent="-361950" algn="l" rtl="0">
              <a:lnSpc>
                <a:spcPct val="90000"/>
              </a:lnSpc>
              <a:spcBef>
                <a:spcPts val="375"/>
              </a:spcBef>
              <a:spcAft>
                <a:spcPts val="0"/>
              </a:spcAft>
              <a:buSzPts val="2100"/>
              <a:buChar char="●"/>
              <a:defRPr sz="2100"/>
            </a:lvl7pPr>
            <a:lvl8pPr marL="3657600" lvl="7" indent="-361950" algn="l" rtl="0">
              <a:lnSpc>
                <a:spcPct val="90000"/>
              </a:lnSpc>
              <a:spcBef>
                <a:spcPts val="375"/>
              </a:spcBef>
              <a:spcAft>
                <a:spcPts val="0"/>
              </a:spcAft>
              <a:buSzPts val="2100"/>
              <a:buChar char="●"/>
              <a:defRPr sz="2100"/>
            </a:lvl8pPr>
            <a:lvl9pPr marL="4114800" lvl="8" indent="-361950" algn="l" rtl="0">
              <a:lnSpc>
                <a:spcPct val="90000"/>
              </a:lnSpc>
              <a:spcBef>
                <a:spcPts val="375"/>
              </a:spcBef>
              <a:spcAft>
                <a:spcPts val="375"/>
              </a:spcAft>
              <a:buSzPts val="2100"/>
              <a:buChar char="●"/>
              <a:defRPr sz="2100"/>
            </a:lvl9pPr>
          </a:lstStyle>
          <a:p/>
        </p:txBody>
      </p:sp>
      <p:sp>
        <p:nvSpPr>
          <p:cNvPr id="524" name="Google Shape;524;p9"/>
          <p:cNvSpPr txBox="1">
            <a:spLocks noGrp="1"/>
          </p:cNvSpPr>
          <p:nvPr>
            <p:ph type="body" idx="2"/>
          </p:nvPr>
        </p:nvSpPr>
        <p:spPr>
          <a:xfrm>
            <a:off x="11727180" y="1303020"/>
            <a:ext cx="5212200" cy="7680900"/>
          </a:xfrm>
          <a:prstGeom prst="rect">
            <a:avLst/>
          </a:prstGeom>
          <a:noFill/>
          <a:ln>
            <a:noFill/>
          </a:ln>
        </p:spPr>
        <p:txBody>
          <a:bodyPr spcFirstLastPara="1" wrap="square" lIns="91425" tIns="45700" rIns="91425" bIns="45700" anchor="ctr" anchorCtr="0">
            <a:noAutofit/>
          </a:bodyPr>
          <a:lstStyle>
            <a:lvl1pPr marL="457200" lvl="0" indent="-419100" algn="l" rtl="0">
              <a:lnSpc>
                <a:spcPct val="90000"/>
              </a:lnSpc>
              <a:spcBef>
                <a:spcPts val="1800"/>
              </a:spcBef>
              <a:spcAft>
                <a:spcPts val="0"/>
              </a:spcAft>
              <a:buSzPts val="3000"/>
              <a:buChar char="●"/>
              <a:defRPr sz="3000"/>
            </a:lvl1pPr>
            <a:lvl2pPr marL="914400" lvl="1" indent="-400050" algn="l" rtl="0">
              <a:lnSpc>
                <a:spcPct val="90000"/>
              </a:lnSpc>
              <a:spcBef>
                <a:spcPts val="375"/>
              </a:spcBef>
              <a:spcAft>
                <a:spcPts val="0"/>
              </a:spcAft>
              <a:buSzPts val="2700"/>
              <a:buChar char="●"/>
              <a:defRPr sz="2700"/>
            </a:lvl2pPr>
            <a:lvl3pPr marL="1371600" lvl="2" indent="-381000" algn="l" rtl="0">
              <a:lnSpc>
                <a:spcPct val="90000"/>
              </a:lnSpc>
              <a:spcBef>
                <a:spcPts val="375"/>
              </a:spcBef>
              <a:spcAft>
                <a:spcPts val="0"/>
              </a:spcAft>
              <a:buSzPts val="2400"/>
              <a:buChar char="●"/>
              <a:defRPr sz="2400"/>
            </a:lvl3pPr>
            <a:lvl4pPr marL="1828800" lvl="3" indent="-361950" algn="l" rtl="0">
              <a:lnSpc>
                <a:spcPct val="90000"/>
              </a:lnSpc>
              <a:spcBef>
                <a:spcPts val="375"/>
              </a:spcBef>
              <a:spcAft>
                <a:spcPts val="0"/>
              </a:spcAft>
              <a:buSzPts val="2100"/>
              <a:buChar char="●"/>
              <a:defRPr sz="2100"/>
            </a:lvl4pPr>
            <a:lvl5pPr marL="2286000" lvl="4" indent="-361950" algn="l" rtl="0">
              <a:lnSpc>
                <a:spcPct val="90000"/>
              </a:lnSpc>
              <a:spcBef>
                <a:spcPts val="375"/>
              </a:spcBef>
              <a:spcAft>
                <a:spcPts val="0"/>
              </a:spcAft>
              <a:buSzPts val="2100"/>
              <a:buChar char="●"/>
              <a:defRPr sz="2100"/>
            </a:lvl5pPr>
            <a:lvl6pPr marL="2743200" lvl="5" indent="-361950" algn="l" rtl="0">
              <a:lnSpc>
                <a:spcPct val="90000"/>
              </a:lnSpc>
              <a:spcBef>
                <a:spcPts val="375"/>
              </a:spcBef>
              <a:spcAft>
                <a:spcPts val="0"/>
              </a:spcAft>
              <a:buSzPts val="2100"/>
              <a:buChar char="●"/>
              <a:defRPr sz="2100"/>
            </a:lvl6pPr>
            <a:lvl7pPr marL="3200400" lvl="6" indent="-361950" algn="l" rtl="0">
              <a:lnSpc>
                <a:spcPct val="90000"/>
              </a:lnSpc>
              <a:spcBef>
                <a:spcPts val="375"/>
              </a:spcBef>
              <a:spcAft>
                <a:spcPts val="0"/>
              </a:spcAft>
              <a:buSzPts val="2100"/>
              <a:buChar char="●"/>
              <a:defRPr sz="2100"/>
            </a:lvl7pPr>
            <a:lvl8pPr marL="3657600" lvl="7" indent="-361950" algn="l" rtl="0">
              <a:lnSpc>
                <a:spcPct val="90000"/>
              </a:lnSpc>
              <a:spcBef>
                <a:spcPts val="375"/>
              </a:spcBef>
              <a:spcAft>
                <a:spcPts val="0"/>
              </a:spcAft>
              <a:buSzPts val="2100"/>
              <a:buChar char="●"/>
              <a:defRPr sz="2100"/>
            </a:lvl8pPr>
            <a:lvl9pPr marL="4114800" lvl="8" indent="-361950" algn="l" rtl="0">
              <a:lnSpc>
                <a:spcPct val="90000"/>
              </a:lnSpc>
              <a:spcBef>
                <a:spcPts val="375"/>
              </a:spcBef>
              <a:spcAft>
                <a:spcPts val="375"/>
              </a:spcAft>
              <a:buSzPts val="2100"/>
              <a:buChar char="●"/>
              <a:defRPr sz="2100"/>
            </a:lvl9pPr>
          </a:lstStyle>
          <a:p/>
        </p:txBody>
      </p:sp>
      <p:sp>
        <p:nvSpPr>
          <p:cNvPr id="525" name="Google Shape;525;p9"/>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p:txBody>
      </p:sp>
      <p:sp>
        <p:nvSpPr>
          <p:cNvPr id="526" name="Google Shape;526;p9"/>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p:txBody>
      </p:sp>
      <p:sp>
        <p:nvSpPr>
          <p:cNvPr id="527" name="Google Shape;527;p9"/>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1pPr>
            <a:lvl2pPr marL="0" marR="0" lvl="1"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2pPr>
            <a:lvl3pPr marL="0" marR="0" lvl="2"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3pPr>
            <a:lvl4pPr marL="0" marR="0" lvl="3"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4pPr>
            <a:lvl5pPr marL="0" marR="0" lvl="4"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5pPr>
            <a:lvl6pPr marL="0" marR="0" lvl="5"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6pPr>
            <a:lvl7pPr marL="0" marR="0" lvl="6"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7pPr>
            <a:lvl8pPr marL="0" marR="0" lvl="7"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8pPr>
            <a:lvl9pPr marL="0" marR="0" lvl="8"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528"/>
        <p:cNvGrpSpPr/>
        <p:nvPr/>
      </p:nvGrpSpPr>
      <p:grpSpPr>
        <a:xfrm>
          <a:off x="0" y="0"/>
          <a:ext cx="0" cy="0"/>
          <a:chOff x="0" y="0"/>
          <a:chExt cx="0" cy="0"/>
        </a:xfrm>
      </p:grpSpPr>
      <p:sp>
        <p:nvSpPr>
          <p:cNvPr id="529" name="Google Shape;529;p10"/>
          <p:cNvSpPr txBox="1">
            <a:spLocks noGrp="1"/>
          </p:cNvSpPr>
          <p:nvPr>
            <p:ph type="title"/>
          </p:nvPr>
        </p:nvSpPr>
        <p:spPr>
          <a:xfrm>
            <a:off x="5801868" y="1947672"/>
            <a:ext cx="10972800" cy="48828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SzPts val="1400"/>
              <a:buNone/>
              <a:defRPr sz="8850" b="0">
                <a:solidFill>
                  <a:srgbClr val="595959"/>
                </a:solidFill>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p:txBody>
      </p:sp>
      <p:sp>
        <p:nvSpPr>
          <p:cNvPr id="530" name="Google Shape;530;p10"/>
          <p:cNvSpPr txBox="1">
            <a:spLocks noGrp="1"/>
          </p:cNvSpPr>
          <p:nvPr>
            <p:ph type="body" idx="1"/>
          </p:nvPr>
        </p:nvSpPr>
        <p:spPr>
          <a:xfrm>
            <a:off x="5829300" y="7008876"/>
            <a:ext cx="10972800" cy="13716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800"/>
              </a:spcBef>
              <a:spcAft>
                <a:spcPts val="0"/>
              </a:spcAft>
              <a:buSzPts val="3300"/>
              <a:buNone/>
              <a:defRPr sz="3300" cap="none">
                <a:solidFill>
                  <a:srgbClr val="595959"/>
                </a:solidFill>
              </a:defRPr>
            </a:lvl1pPr>
            <a:lvl2pPr marL="914400" lvl="1" indent="-228600" algn="l" rtl="0">
              <a:lnSpc>
                <a:spcPct val="90000"/>
              </a:lnSpc>
              <a:spcBef>
                <a:spcPts val="375"/>
              </a:spcBef>
              <a:spcAft>
                <a:spcPts val="0"/>
              </a:spcAft>
              <a:buSzPts val="2700"/>
              <a:buNone/>
              <a:defRPr sz="2700">
                <a:solidFill>
                  <a:srgbClr val="888888"/>
                </a:solidFill>
              </a:defRPr>
            </a:lvl2pPr>
            <a:lvl3pPr marL="1371600" lvl="2" indent="-228600" algn="l" rtl="0">
              <a:lnSpc>
                <a:spcPct val="90000"/>
              </a:lnSpc>
              <a:spcBef>
                <a:spcPts val="375"/>
              </a:spcBef>
              <a:spcAft>
                <a:spcPts val="0"/>
              </a:spcAft>
              <a:buSzPts val="2400"/>
              <a:buNone/>
              <a:defRPr sz="2400">
                <a:solidFill>
                  <a:srgbClr val="888888"/>
                </a:solidFill>
              </a:defRPr>
            </a:lvl3pPr>
            <a:lvl4pPr marL="1828800" lvl="3" indent="-228600" algn="l" rtl="0">
              <a:lnSpc>
                <a:spcPct val="90000"/>
              </a:lnSpc>
              <a:spcBef>
                <a:spcPts val="375"/>
              </a:spcBef>
              <a:spcAft>
                <a:spcPts val="0"/>
              </a:spcAft>
              <a:buSzPts val="2100"/>
              <a:buNone/>
              <a:defRPr sz="2100">
                <a:solidFill>
                  <a:srgbClr val="888888"/>
                </a:solidFill>
              </a:defRPr>
            </a:lvl4pPr>
            <a:lvl5pPr marL="2286000" lvl="4" indent="-228600" algn="l" rtl="0">
              <a:lnSpc>
                <a:spcPct val="90000"/>
              </a:lnSpc>
              <a:spcBef>
                <a:spcPts val="375"/>
              </a:spcBef>
              <a:spcAft>
                <a:spcPts val="0"/>
              </a:spcAft>
              <a:buSzPts val="2100"/>
              <a:buNone/>
              <a:defRPr sz="2100">
                <a:solidFill>
                  <a:srgbClr val="888888"/>
                </a:solidFill>
              </a:defRPr>
            </a:lvl5pPr>
            <a:lvl6pPr marL="2743200" lvl="5" indent="-228600" algn="l" rtl="0">
              <a:lnSpc>
                <a:spcPct val="90000"/>
              </a:lnSpc>
              <a:spcBef>
                <a:spcPts val="375"/>
              </a:spcBef>
              <a:spcAft>
                <a:spcPts val="0"/>
              </a:spcAft>
              <a:buSzPts val="2100"/>
              <a:buNone/>
              <a:defRPr sz="2100">
                <a:solidFill>
                  <a:srgbClr val="888888"/>
                </a:solidFill>
              </a:defRPr>
            </a:lvl6pPr>
            <a:lvl7pPr marL="3200400" lvl="6" indent="-228600" algn="l" rtl="0">
              <a:lnSpc>
                <a:spcPct val="90000"/>
              </a:lnSpc>
              <a:spcBef>
                <a:spcPts val="375"/>
              </a:spcBef>
              <a:spcAft>
                <a:spcPts val="0"/>
              </a:spcAft>
              <a:buSzPts val="2100"/>
              <a:buNone/>
              <a:defRPr sz="2100">
                <a:solidFill>
                  <a:srgbClr val="888888"/>
                </a:solidFill>
              </a:defRPr>
            </a:lvl7pPr>
            <a:lvl8pPr marL="3657600" lvl="7" indent="-228600" algn="l" rtl="0">
              <a:lnSpc>
                <a:spcPct val="90000"/>
              </a:lnSpc>
              <a:spcBef>
                <a:spcPts val="375"/>
              </a:spcBef>
              <a:spcAft>
                <a:spcPts val="0"/>
              </a:spcAft>
              <a:buSzPts val="2100"/>
              <a:buNone/>
              <a:defRPr sz="2100">
                <a:solidFill>
                  <a:srgbClr val="888888"/>
                </a:solidFill>
              </a:defRPr>
            </a:lvl8pPr>
            <a:lvl9pPr marL="4114800" lvl="8" indent="-228600" algn="l" rtl="0">
              <a:lnSpc>
                <a:spcPct val="90000"/>
              </a:lnSpc>
              <a:spcBef>
                <a:spcPts val="375"/>
              </a:spcBef>
              <a:spcAft>
                <a:spcPts val="375"/>
              </a:spcAft>
              <a:buSzPts val="2100"/>
              <a:buNone/>
              <a:defRPr sz="2100">
                <a:solidFill>
                  <a:srgbClr val="888888"/>
                </a:solidFill>
              </a:defRPr>
            </a:lvl9pPr>
          </a:lstStyle>
          <a:p/>
        </p:txBody>
      </p:sp>
      <p:sp>
        <p:nvSpPr>
          <p:cNvPr id="531" name="Google Shape;531;p10"/>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p:txBody>
      </p:sp>
      <p:sp>
        <p:nvSpPr>
          <p:cNvPr id="532" name="Google Shape;532;p10"/>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p:txBody>
      </p:sp>
      <p:sp>
        <p:nvSpPr>
          <p:cNvPr id="533" name="Google Shape;533;p10"/>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1pPr>
            <a:lvl2pPr marL="0" marR="0" lvl="1"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2pPr>
            <a:lvl3pPr marL="0" marR="0" lvl="2"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3pPr>
            <a:lvl4pPr marL="0" marR="0" lvl="3"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4pPr>
            <a:lvl5pPr marL="0" marR="0" lvl="4"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5pPr>
            <a:lvl6pPr marL="0" marR="0" lvl="5"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6pPr>
            <a:lvl7pPr marL="0" marR="0" lvl="6"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7pPr>
            <a:lvl8pPr marL="0" marR="0" lvl="7"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8pPr>
            <a:lvl9pPr marL="0" marR="0" lvl="8"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534"/>
        <p:cNvGrpSpPr/>
        <p:nvPr/>
      </p:nvGrpSpPr>
      <p:grpSpPr>
        <a:xfrm>
          <a:off x="0" y="0"/>
          <a:ext cx="0" cy="0"/>
          <a:chOff x="0" y="0"/>
          <a:chExt cx="0" cy="0"/>
        </a:xfrm>
      </p:grpSpPr>
      <p:sp>
        <p:nvSpPr>
          <p:cNvPr id="535" name="Google Shape;535;p11"/>
          <p:cNvSpPr txBox="1">
            <a:spLocks noGrp="1"/>
          </p:cNvSpPr>
          <p:nvPr>
            <p:ph type="title"/>
          </p:nvPr>
        </p:nvSpPr>
        <p:spPr>
          <a:xfrm>
            <a:off x="379412" y="1685925"/>
            <a:ext cx="4421100" cy="6900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SzPts val="1400"/>
              <a:buNone/>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p:txBody>
      </p:sp>
      <p:sp>
        <p:nvSpPr>
          <p:cNvPr id="536" name="Google Shape;536;p11"/>
          <p:cNvSpPr txBox="1">
            <a:spLocks noGrp="1"/>
          </p:cNvSpPr>
          <p:nvPr>
            <p:ph type="body" idx="1"/>
          </p:nvPr>
        </p:nvSpPr>
        <p:spPr>
          <a:xfrm>
            <a:off x="5797550" y="1295400"/>
            <a:ext cx="10972800" cy="7681800"/>
          </a:xfrm>
          <a:prstGeom prst="rect">
            <a:avLst/>
          </a:prstGeom>
          <a:noFill/>
          <a:ln>
            <a:noFill/>
          </a:ln>
        </p:spPr>
        <p:txBody>
          <a:bodyPr spcFirstLastPara="1" wrap="square" lIns="91425" tIns="45700" rIns="91425" bIns="45700" anchor="ctr" anchorCtr="0">
            <a:noAutofit/>
          </a:bodyPr>
          <a:lstStyle>
            <a:lvl1pPr marL="457200" lvl="0" indent="-342900" algn="l" rtl="0">
              <a:lnSpc>
                <a:spcPct val="90000"/>
              </a:lnSpc>
              <a:spcBef>
                <a:spcPts val="1800"/>
              </a:spcBef>
              <a:spcAft>
                <a:spcPts val="0"/>
              </a:spcAft>
              <a:buSzPts val="1800"/>
              <a:buChar char="●"/>
              <a:defRPr/>
            </a:lvl1pPr>
            <a:lvl2pPr marL="914400" lvl="1" indent="-342900" algn="l" rtl="0">
              <a:lnSpc>
                <a:spcPct val="90000"/>
              </a:lnSpc>
              <a:spcBef>
                <a:spcPts val="375"/>
              </a:spcBef>
              <a:spcAft>
                <a:spcPts val="0"/>
              </a:spcAft>
              <a:buSzPts val="1800"/>
              <a:buChar char="●"/>
              <a:defRPr/>
            </a:lvl2pPr>
            <a:lvl3pPr marL="1371600" lvl="2" indent="-342900" algn="l" rtl="0">
              <a:lnSpc>
                <a:spcPct val="90000"/>
              </a:lnSpc>
              <a:spcBef>
                <a:spcPts val="375"/>
              </a:spcBef>
              <a:spcAft>
                <a:spcPts val="0"/>
              </a:spcAft>
              <a:buSzPts val="1800"/>
              <a:buChar char="●"/>
              <a:defRPr/>
            </a:lvl3pPr>
            <a:lvl4pPr marL="1828800" lvl="3" indent="-342900" algn="l" rtl="0">
              <a:lnSpc>
                <a:spcPct val="90000"/>
              </a:lnSpc>
              <a:spcBef>
                <a:spcPts val="375"/>
              </a:spcBef>
              <a:spcAft>
                <a:spcPts val="0"/>
              </a:spcAft>
              <a:buSzPts val="1800"/>
              <a:buChar char="●"/>
              <a:defRPr/>
            </a:lvl4pPr>
            <a:lvl5pPr marL="2286000" lvl="4" indent="-342900" algn="l" rtl="0">
              <a:lnSpc>
                <a:spcPct val="90000"/>
              </a:lnSpc>
              <a:spcBef>
                <a:spcPts val="375"/>
              </a:spcBef>
              <a:spcAft>
                <a:spcPts val="0"/>
              </a:spcAft>
              <a:buSzPts val="1800"/>
              <a:buChar char="●"/>
              <a:defRPr/>
            </a:lvl5pPr>
            <a:lvl6pPr marL="2743200" lvl="5" indent="-342900" algn="l" rtl="0">
              <a:lnSpc>
                <a:spcPct val="90000"/>
              </a:lnSpc>
              <a:spcBef>
                <a:spcPts val="375"/>
              </a:spcBef>
              <a:spcAft>
                <a:spcPts val="0"/>
              </a:spcAft>
              <a:buSzPts val="1800"/>
              <a:buChar char="●"/>
              <a:defRPr/>
            </a:lvl6pPr>
            <a:lvl7pPr marL="3200400" lvl="6" indent="-342900" algn="l" rtl="0">
              <a:lnSpc>
                <a:spcPct val="90000"/>
              </a:lnSpc>
              <a:spcBef>
                <a:spcPts val="375"/>
              </a:spcBef>
              <a:spcAft>
                <a:spcPts val="0"/>
              </a:spcAft>
              <a:buSzPts val="1800"/>
              <a:buChar char="●"/>
              <a:defRPr/>
            </a:lvl7pPr>
            <a:lvl8pPr marL="3657600" lvl="7" indent="-342900" algn="l" rtl="0">
              <a:lnSpc>
                <a:spcPct val="90000"/>
              </a:lnSpc>
              <a:spcBef>
                <a:spcPts val="375"/>
              </a:spcBef>
              <a:spcAft>
                <a:spcPts val="0"/>
              </a:spcAft>
              <a:buSzPts val="1800"/>
              <a:buChar char="●"/>
              <a:defRPr/>
            </a:lvl8pPr>
            <a:lvl9pPr marL="4114800" lvl="8" indent="-342900" algn="l" rtl="0">
              <a:lnSpc>
                <a:spcPct val="90000"/>
              </a:lnSpc>
              <a:spcBef>
                <a:spcPts val="375"/>
              </a:spcBef>
              <a:spcAft>
                <a:spcPts val="375"/>
              </a:spcAft>
              <a:buSzPts val="1800"/>
              <a:buChar char="●"/>
              <a:defRPr/>
            </a:lvl9pPr>
          </a:lstStyle>
          <a:p/>
        </p:txBody>
      </p:sp>
      <p:sp>
        <p:nvSpPr>
          <p:cNvPr id="537" name="Google Shape;537;p11"/>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p:txBody>
      </p:sp>
      <p:sp>
        <p:nvSpPr>
          <p:cNvPr id="538" name="Google Shape;538;p11"/>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p:txBody>
      </p:sp>
      <p:sp>
        <p:nvSpPr>
          <p:cNvPr id="539" name="Google Shape;539;p11"/>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1pPr>
            <a:lvl2pPr marL="0" marR="0" lvl="1"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2pPr>
            <a:lvl3pPr marL="0" marR="0" lvl="2"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3pPr>
            <a:lvl4pPr marL="0" marR="0" lvl="3"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4pPr>
            <a:lvl5pPr marL="0" marR="0" lvl="4"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5pPr>
            <a:lvl6pPr marL="0" marR="0" lvl="5"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6pPr>
            <a:lvl7pPr marL="0" marR="0" lvl="6"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7pPr>
            <a:lvl8pPr marL="0" marR="0" lvl="7"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8pPr>
            <a:lvl9pPr marL="0" marR="0" lvl="8"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showMasterSp="0" matchingName="Title Slide">
  <p:cSld name="TITLE">
    <p:spTree>
      <p:nvGrpSpPr>
        <p:cNvPr id="1" name="Shape 549"/>
        <p:cNvGrpSpPr/>
        <p:nvPr/>
      </p:nvGrpSpPr>
      <p:grpSpPr>
        <a:xfrm>
          <a:off x="0" y="0"/>
          <a:ext cx="0" cy="0"/>
          <a:chOff x="0" y="0"/>
          <a:chExt cx="0" cy="0"/>
        </a:xfrm>
      </p:grpSpPr>
      <p:sp>
        <p:nvSpPr>
          <p:cNvPr id="550" name="Google Shape;550;p13"/>
          <p:cNvSpPr txBox="1">
            <a:spLocks noGrp="1"/>
          </p:cNvSpPr>
          <p:nvPr>
            <p:ph type="ctrTitle"/>
          </p:nvPr>
        </p:nvSpPr>
        <p:spPr>
          <a:xfrm>
            <a:off x="1604772" y="1947672"/>
            <a:ext cx="10972800" cy="48828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SzPts val="1400"/>
              <a:buNone/>
              <a:defRPr sz="8850">
                <a:solidFill>
                  <a:srgbClr val="FFFFFF"/>
                </a:solidFill>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p:txBody>
      </p:sp>
      <p:sp>
        <p:nvSpPr>
          <p:cNvPr id="551" name="Google Shape;551;p13"/>
          <p:cNvSpPr txBox="1">
            <a:spLocks noGrp="1"/>
          </p:cNvSpPr>
          <p:nvPr>
            <p:ph type="subTitle" idx="1"/>
          </p:nvPr>
        </p:nvSpPr>
        <p:spPr>
          <a:xfrm>
            <a:off x="1650023" y="7005369"/>
            <a:ext cx="10972800" cy="1371600"/>
          </a:xfrm>
          <a:prstGeom prst="rect">
            <a:avLst/>
          </a:prstGeom>
          <a:noFill/>
          <a:ln>
            <a:noFill/>
          </a:ln>
        </p:spPr>
        <p:txBody>
          <a:bodyPr spcFirstLastPara="1" wrap="square" lIns="91425" tIns="45700" rIns="91425" bIns="45700" anchor="t" anchorCtr="0">
            <a:normAutofit/>
          </a:bodyPr>
          <a:lstStyle>
            <a:lvl1pPr lvl="0" algn="l" rtl="0">
              <a:lnSpc>
                <a:spcPct val="90000"/>
              </a:lnSpc>
              <a:spcBef>
                <a:spcPts val="1800"/>
              </a:spcBef>
              <a:spcAft>
                <a:spcPts val="0"/>
              </a:spcAft>
              <a:buSzPts val="3300"/>
              <a:buNone/>
              <a:defRPr sz="3300" cap="none">
                <a:solidFill>
                  <a:srgbClr val="D7F0F6"/>
                </a:solidFill>
              </a:defRPr>
            </a:lvl1pPr>
            <a:lvl2pPr lvl="1" algn="ctr" rtl="0">
              <a:lnSpc>
                <a:spcPct val="90000"/>
              </a:lnSpc>
              <a:spcBef>
                <a:spcPts val="375"/>
              </a:spcBef>
              <a:spcAft>
                <a:spcPts val="0"/>
              </a:spcAft>
              <a:buSzPts val="3300"/>
              <a:buNone/>
              <a:defRPr sz="3300"/>
            </a:lvl2pPr>
            <a:lvl3pPr lvl="2" algn="ctr" rtl="0">
              <a:lnSpc>
                <a:spcPct val="90000"/>
              </a:lnSpc>
              <a:spcBef>
                <a:spcPts val="375"/>
              </a:spcBef>
              <a:spcAft>
                <a:spcPts val="0"/>
              </a:spcAft>
              <a:buSzPts val="3300"/>
              <a:buNone/>
              <a:defRPr sz="3300"/>
            </a:lvl3pPr>
            <a:lvl4pPr lvl="3" algn="ctr" rtl="0">
              <a:lnSpc>
                <a:spcPct val="90000"/>
              </a:lnSpc>
              <a:spcBef>
                <a:spcPts val="375"/>
              </a:spcBef>
              <a:spcAft>
                <a:spcPts val="0"/>
              </a:spcAft>
              <a:buSzPts val="3000"/>
              <a:buNone/>
              <a:defRPr sz="3000"/>
            </a:lvl4pPr>
            <a:lvl5pPr lvl="4" algn="ctr" rtl="0">
              <a:lnSpc>
                <a:spcPct val="90000"/>
              </a:lnSpc>
              <a:spcBef>
                <a:spcPts val="375"/>
              </a:spcBef>
              <a:spcAft>
                <a:spcPts val="0"/>
              </a:spcAft>
              <a:buSzPts val="3000"/>
              <a:buNone/>
              <a:defRPr sz="3000"/>
            </a:lvl5pPr>
            <a:lvl6pPr lvl="5" algn="ctr" rtl="0">
              <a:lnSpc>
                <a:spcPct val="90000"/>
              </a:lnSpc>
              <a:spcBef>
                <a:spcPts val="375"/>
              </a:spcBef>
              <a:spcAft>
                <a:spcPts val="0"/>
              </a:spcAft>
              <a:buSzPts val="3000"/>
              <a:buNone/>
              <a:defRPr sz="3000"/>
            </a:lvl6pPr>
            <a:lvl7pPr lvl="6" algn="ctr" rtl="0">
              <a:lnSpc>
                <a:spcPct val="90000"/>
              </a:lnSpc>
              <a:spcBef>
                <a:spcPts val="375"/>
              </a:spcBef>
              <a:spcAft>
                <a:spcPts val="0"/>
              </a:spcAft>
              <a:buSzPts val="3000"/>
              <a:buNone/>
              <a:defRPr sz="3000"/>
            </a:lvl7pPr>
            <a:lvl8pPr lvl="7" algn="ctr" rtl="0">
              <a:lnSpc>
                <a:spcPct val="90000"/>
              </a:lnSpc>
              <a:spcBef>
                <a:spcPts val="375"/>
              </a:spcBef>
              <a:spcAft>
                <a:spcPts val="0"/>
              </a:spcAft>
              <a:buSzPts val="3000"/>
              <a:buNone/>
              <a:defRPr sz="3000"/>
            </a:lvl8pPr>
            <a:lvl9pPr lvl="8" algn="ctr" rtl="0">
              <a:lnSpc>
                <a:spcPct val="90000"/>
              </a:lnSpc>
              <a:spcBef>
                <a:spcPts val="375"/>
              </a:spcBef>
              <a:spcAft>
                <a:spcPts val="375"/>
              </a:spcAft>
              <a:buSzPts val="3000"/>
              <a:buNone/>
              <a:defRPr sz="3000"/>
            </a:lvl9pPr>
          </a:lstStyle>
          <a:p/>
        </p:txBody>
      </p:sp>
      <p:sp>
        <p:nvSpPr>
          <p:cNvPr id="552" name="Google Shape;552;p13"/>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p:txBody>
      </p:sp>
      <p:sp>
        <p:nvSpPr>
          <p:cNvPr id="553" name="Google Shape;553;p13"/>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p:txBody>
      </p:sp>
      <p:sp>
        <p:nvSpPr>
          <p:cNvPr id="554" name="Google Shape;554;p13"/>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1pPr>
            <a:lvl2pPr marL="0" marR="0" lvl="1"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2pPr>
            <a:lvl3pPr marL="0" marR="0" lvl="2"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3pPr>
            <a:lvl4pPr marL="0" marR="0" lvl="3"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4pPr>
            <a:lvl5pPr marL="0" marR="0" lvl="4"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5pPr>
            <a:lvl6pPr marL="0" marR="0" lvl="5"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6pPr>
            <a:lvl7pPr marL="0" marR="0" lvl="6"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7pPr>
            <a:lvl8pPr marL="0" marR="0" lvl="7"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8pPr>
            <a:lvl9pPr marL="0" marR="0" lvl="8"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564"/>
        <p:cNvGrpSpPr/>
        <p:nvPr/>
      </p:nvGrpSpPr>
      <p:grpSpPr>
        <a:xfrm>
          <a:off x="0" y="0"/>
          <a:ext cx="0" cy="0"/>
          <a:chOff x="0" y="0"/>
          <a:chExt cx="0" cy="0"/>
        </a:xfrm>
      </p:grpSpPr>
      <p:sp>
        <p:nvSpPr>
          <p:cNvPr id="565" name="Google Shape;565;p15"/>
          <p:cNvSpPr txBox="1">
            <a:spLocks noGrp="1"/>
          </p:cNvSpPr>
          <p:nvPr>
            <p:ph type="title"/>
          </p:nvPr>
        </p:nvSpPr>
        <p:spPr>
          <a:xfrm>
            <a:off x="384048" y="1714500"/>
            <a:ext cx="4251900" cy="35661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SzPts val="1400"/>
              <a:buNone/>
              <a:defRPr sz="4800" b="0"/>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p:txBody>
      </p:sp>
      <p:sp>
        <p:nvSpPr>
          <p:cNvPr id="566" name="Google Shape;566;p15"/>
          <p:cNvSpPr>
            <a:spLocks noGrp="1"/>
          </p:cNvSpPr>
          <p:nvPr>
            <p:ph type="pic" idx="2"/>
          </p:nvPr>
        </p:nvSpPr>
        <p:spPr>
          <a:xfrm>
            <a:off x="5355966" y="1151129"/>
            <a:ext cx="12172800" cy="7996500"/>
          </a:xfrm>
          <a:prstGeom prst="rect">
            <a:avLst/>
          </a:prstGeom>
          <a:solidFill>
            <a:srgbClr val="BFBFBF"/>
          </a:solidFill>
          <a:ln>
            <a:noFill/>
          </a:ln>
        </p:spPr>
      </p:sp>
      <p:sp>
        <p:nvSpPr>
          <p:cNvPr id="567" name="Google Shape;567;p15"/>
          <p:cNvSpPr txBox="1">
            <a:spLocks noGrp="1"/>
          </p:cNvSpPr>
          <p:nvPr>
            <p:ph type="body" idx="1"/>
          </p:nvPr>
        </p:nvSpPr>
        <p:spPr>
          <a:xfrm>
            <a:off x="384048" y="5239512"/>
            <a:ext cx="4251900" cy="3483900"/>
          </a:xfrm>
          <a:prstGeom prst="rect">
            <a:avLst/>
          </a:prstGeom>
          <a:noFill/>
          <a:ln>
            <a:noFill/>
          </a:ln>
        </p:spPr>
        <p:txBody>
          <a:bodyPr spcFirstLastPara="1" wrap="square" lIns="91425" tIns="45700" rIns="91425" bIns="45700" anchor="t" anchorCtr="0">
            <a:normAutofit/>
          </a:bodyPr>
          <a:lstStyle>
            <a:lvl1pPr marL="457200" lvl="0" indent="-228600" algn="l" rtl="0">
              <a:lnSpc>
                <a:spcPct val="100000"/>
              </a:lnSpc>
              <a:spcBef>
                <a:spcPts val="1800"/>
              </a:spcBef>
              <a:spcAft>
                <a:spcPts val="0"/>
              </a:spcAft>
              <a:buSzPts val="2100"/>
              <a:buNone/>
              <a:defRPr sz="2100">
                <a:solidFill>
                  <a:srgbClr val="FFFFFF"/>
                </a:solidFill>
              </a:defRPr>
            </a:lvl1pPr>
            <a:lvl2pPr marL="914400" lvl="1" indent="-228600" algn="l" rtl="0">
              <a:lnSpc>
                <a:spcPct val="90000"/>
              </a:lnSpc>
              <a:spcBef>
                <a:spcPts val="375"/>
              </a:spcBef>
              <a:spcAft>
                <a:spcPts val="0"/>
              </a:spcAft>
              <a:buSzPts val="1800"/>
              <a:buNone/>
              <a:defRPr sz="1800"/>
            </a:lvl2pPr>
            <a:lvl3pPr marL="1371600" lvl="2" indent="-228600" algn="l" rtl="0">
              <a:lnSpc>
                <a:spcPct val="90000"/>
              </a:lnSpc>
              <a:spcBef>
                <a:spcPts val="375"/>
              </a:spcBef>
              <a:spcAft>
                <a:spcPts val="0"/>
              </a:spcAft>
              <a:buSzPts val="1500"/>
              <a:buNone/>
              <a:defRPr sz="1500"/>
            </a:lvl3pPr>
            <a:lvl4pPr marL="1828800" lvl="3" indent="-228600" algn="l" rtl="0">
              <a:lnSpc>
                <a:spcPct val="90000"/>
              </a:lnSpc>
              <a:spcBef>
                <a:spcPts val="375"/>
              </a:spcBef>
              <a:spcAft>
                <a:spcPts val="0"/>
              </a:spcAft>
              <a:buSzPts val="1350"/>
              <a:buNone/>
              <a:defRPr sz="1350"/>
            </a:lvl4pPr>
            <a:lvl5pPr marL="2286000" lvl="4" indent="-228600" algn="l" rtl="0">
              <a:lnSpc>
                <a:spcPct val="90000"/>
              </a:lnSpc>
              <a:spcBef>
                <a:spcPts val="375"/>
              </a:spcBef>
              <a:spcAft>
                <a:spcPts val="0"/>
              </a:spcAft>
              <a:buSzPts val="1350"/>
              <a:buNone/>
              <a:defRPr sz="1350"/>
            </a:lvl5pPr>
            <a:lvl6pPr marL="2743200" lvl="5" indent="-228600" algn="l" rtl="0">
              <a:lnSpc>
                <a:spcPct val="90000"/>
              </a:lnSpc>
              <a:spcBef>
                <a:spcPts val="375"/>
              </a:spcBef>
              <a:spcAft>
                <a:spcPts val="0"/>
              </a:spcAft>
              <a:buSzPts val="1350"/>
              <a:buNone/>
              <a:defRPr sz="1350"/>
            </a:lvl6pPr>
            <a:lvl7pPr marL="3200400" lvl="6" indent="-228600" algn="l" rtl="0">
              <a:lnSpc>
                <a:spcPct val="90000"/>
              </a:lnSpc>
              <a:spcBef>
                <a:spcPts val="375"/>
              </a:spcBef>
              <a:spcAft>
                <a:spcPts val="0"/>
              </a:spcAft>
              <a:buSzPts val="1350"/>
              <a:buNone/>
              <a:defRPr sz="1350"/>
            </a:lvl7pPr>
            <a:lvl8pPr marL="3657600" lvl="7" indent="-228600" algn="l" rtl="0">
              <a:lnSpc>
                <a:spcPct val="90000"/>
              </a:lnSpc>
              <a:spcBef>
                <a:spcPts val="375"/>
              </a:spcBef>
              <a:spcAft>
                <a:spcPts val="0"/>
              </a:spcAft>
              <a:buSzPts val="1350"/>
              <a:buNone/>
              <a:defRPr sz="1350"/>
            </a:lvl8pPr>
            <a:lvl9pPr marL="4114800" lvl="8" indent="-228600" algn="l" rtl="0">
              <a:lnSpc>
                <a:spcPct val="90000"/>
              </a:lnSpc>
              <a:spcBef>
                <a:spcPts val="375"/>
              </a:spcBef>
              <a:spcAft>
                <a:spcPts val="375"/>
              </a:spcAft>
              <a:buSzPts val="1350"/>
              <a:buNone/>
              <a:defRPr sz="1350"/>
            </a:lvl9pPr>
          </a:lstStyle>
          <a:p/>
        </p:txBody>
      </p:sp>
      <p:sp>
        <p:nvSpPr>
          <p:cNvPr id="568" name="Google Shape;568;p15"/>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p:txBody>
      </p:sp>
      <p:sp>
        <p:nvSpPr>
          <p:cNvPr id="569" name="Google Shape;569;p15"/>
          <p:cNvSpPr txBox="1">
            <a:spLocks noGrp="1"/>
          </p:cNvSpPr>
          <p:nvPr>
            <p:ph type="ftr" idx="11"/>
          </p:nvPr>
        </p:nvSpPr>
        <p:spPr>
          <a:xfrm>
            <a:off x="5248275" y="9534525"/>
            <a:ext cx="8867700" cy="5478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600">
                <a:solidFill>
                  <a:srgbClr val="7F7F7F"/>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p:txBody>
      </p:sp>
      <p:sp>
        <p:nvSpPr>
          <p:cNvPr id="570" name="Google Shape;570;p15"/>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1pPr>
            <a:lvl2pPr marL="0" marR="0" lvl="1"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2pPr>
            <a:lvl3pPr marL="0" marR="0" lvl="2"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3pPr>
            <a:lvl4pPr marL="0" marR="0" lvl="3"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4pPr>
            <a:lvl5pPr marL="0" marR="0" lvl="4"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5pPr>
            <a:lvl6pPr marL="0" marR="0" lvl="5"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6pPr>
            <a:lvl7pPr marL="0" marR="0" lvl="6"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7pPr>
            <a:lvl8pPr marL="0" marR="0" lvl="7"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8pPr>
            <a:lvl9pPr marL="0" marR="0" lvl="8"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slideLayout" Target="../slideLayouts/slideLayout9.xml"/><Relationship Id="rId7" Type="http://schemas.openxmlformats.org/officeDocument/2006/relationships/slideLayout" Target="../slideLayouts/slideLayout8.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 Id="rId3" Type="http://schemas.openxmlformats.org/officeDocument/2006/relationships/slideLayout" Target="../slideLayouts/slideLayout4.xml"/><Relationship Id="rId2" Type="http://schemas.openxmlformats.org/officeDocument/2006/relationships/slideLayout" Target="../slideLayouts/slideLayout3.xml"/><Relationship Id="rId10"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image" Target="../media/image1.png"/><Relationship Id="rId1"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image" Target="../media/image1.png"/><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68"/>
        <p:cNvGrpSpPr/>
        <p:nvPr/>
      </p:nvGrpSpPr>
      <p:grpSpPr>
        <a:xfrm>
          <a:off x="0" y="0"/>
          <a:ext cx="0" cy="0"/>
          <a:chOff x="0" y="0"/>
          <a:chExt cx="0" cy="0"/>
        </a:xfrm>
      </p:grpSpPr>
      <p:pic>
        <p:nvPicPr>
          <p:cNvPr id="469" name="Google Shape;469;p1"/>
          <p:cNvPicPr preferRelativeResize="0"/>
          <p:nvPr/>
        </p:nvPicPr>
        <p:blipFill rotWithShape="1">
          <a:blip r:embed="rId2"/>
          <a:srcRect/>
          <a:stretch>
            <a:fillRect/>
          </a:stretch>
        </p:blipFill>
        <p:spPr>
          <a:xfrm>
            <a:off x="16078200" y="204787"/>
            <a:ext cx="1322387" cy="1322387"/>
          </a:xfrm>
          <a:prstGeom prst="rect">
            <a:avLst/>
          </a:prstGeom>
          <a:noFill/>
          <a:ln>
            <a:noFill/>
          </a:ln>
        </p:spPr>
      </p:pic>
      <p:sp>
        <p:nvSpPr>
          <p:cNvPr id="470" name="Google Shape;470;p1"/>
          <p:cNvSpPr txBox="1">
            <a:spLocks noGrp="1"/>
          </p:cNvSpPr>
          <p:nvPr>
            <p:ph type="title"/>
          </p:nvPr>
        </p:nvSpPr>
        <p:spPr>
          <a:xfrm>
            <a:off x="379412" y="1685925"/>
            <a:ext cx="4421100" cy="69009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1pPr>
            <a:lvl2pPr marR="0" lvl="1"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2pPr>
            <a:lvl3pPr marR="0" lvl="2"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3pPr>
            <a:lvl4pPr marR="0" lvl="3"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4pPr>
            <a:lvl5pPr marR="0" lvl="4"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5pPr>
            <a:lvl6pPr marR="0" lvl="5"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6pPr>
            <a:lvl7pPr marR="0" lvl="6"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7pPr>
            <a:lvl8pPr marR="0" lvl="7"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8pPr>
            <a:lvl9pPr marR="0" lvl="8"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9pPr>
          </a:lstStyle>
          <a:p/>
        </p:txBody>
      </p:sp>
      <p:sp>
        <p:nvSpPr>
          <p:cNvPr id="471" name="Google Shape;471;p1"/>
          <p:cNvSpPr txBox="1">
            <a:spLocks noGrp="1"/>
          </p:cNvSpPr>
          <p:nvPr>
            <p:ph type="body" idx="1"/>
          </p:nvPr>
        </p:nvSpPr>
        <p:spPr>
          <a:xfrm>
            <a:off x="5797550" y="1295400"/>
            <a:ext cx="10972800" cy="7681800"/>
          </a:xfrm>
          <a:prstGeom prst="rect">
            <a:avLst/>
          </a:prstGeom>
          <a:noFill/>
          <a:ln>
            <a:noFill/>
          </a:ln>
        </p:spPr>
        <p:txBody>
          <a:bodyPr spcFirstLastPara="1" wrap="square" lIns="91425" tIns="45700" rIns="91425" bIns="45700" anchor="ctr" anchorCtr="0">
            <a:noAutofit/>
          </a:bodyPr>
          <a:lstStyle>
            <a:lvl1pPr marL="457200" marR="0" lvl="0" indent="-419100" algn="l" rtl="0">
              <a:lnSpc>
                <a:spcPct val="90000"/>
              </a:lnSpc>
              <a:spcBef>
                <a:spcPts val="1800"/>
              </a:spcBef>
              <a:spcAft>
                <a:spcPts val="0"/>
              </a:spcAft>
              <a:buClr>
                <a:schemeClr val="accent1"/>
              </a:buClr>
              <a:buSzPts val="3000"/>
              <a:buFont typeface="Noto Sans Symbols"/>
              <a:buChar char="●"/>
              <a:defRPr sz="3000" b="0" i="0" u="none" strike="noStrike" cap="none">
                <a:solidFill>
                  <a:srgbClr val="595959"/>
                </a:solidFill>
                <a:latin typeface="Corbel" panose="020B0503020204020204"/>
                <a:ea typeface="Corbel" panose="020B0503020204020204"/>
                <a:cs typeface="Corbel" panose="020B0503020204020204"/>
                <a:sym typeface="Corbel" panose="020B0503020204020204"/>
              </a:defRPr>
            </a:lvl1pPr>
            <a:lvl2pPr marL="914400" marR="0" lvl="1" indent="-400050" algn="l" rtl="0">
              <a:lnSpc>
                <a:spcPct val="90000"/>
              </a:lnSpc>
              <a:spcBef>
                <a:spcPts val="375"/>
              </a:spcBef>
              <a:spcAft>
                <a:spcPts val="0"/>
              </a:spcAft>
              <a:buClr>
                <a:schemeClr val="accent1"/>
              </a:buClr>
              <a:buSzPts val="2700"/>
              <a:buFont typeface="Noto Sans Symbols"/>
              <a:buChar char="●"/>
              <a:defRPr sz="2700" b="0" i="0" u="none" strike="noStrike" cap="none">
                <a:solidFill>
                  <a:srgbClr val="595959"/>
                </a:solidFill>
                <a:latin typeface="Corbel" panose="020B0503020204020204"/>
                <a:ea typeface="Corbel" panose="020B0503020204020204"/>
                <a:cs typeface="Corbel" panose="020B0503020204020204"/>
                <a:sym typeface="Corbel" panose="020B0503020204020204"/>
              </a:defRPr>
            </a:lvl2pPr>
            <a:lvl3pPr marL="1371600" marR="0" lvl="2" indent="-381000" algn="l" rtl="0">
              <a:lnSpc>
                <a:spcPct val="90000"/>
              </a:lnSpc>
              <a:spcBef>
                <a:spcPts val="375"/>
              </a:spcBef>
              <a:spcAft>
                <a:spcPts val="0"/>
              </a:spcAft>
              <a:buClr>
                <a:schemeClr val="accent1"/>
              </a:buClr>
              <a:buSzPts val="2400"/>
              <a:buFont typeface="Noto Sans Symbols"/>
              <a:buChar char="●"/>
              <a:defRPr sz="2400" b="0" i="0" u="none" strike="noStrike" cap="none">
                <a:solidFill>
                  <a:srgbClr val="595959"/>
                </a:solidFill>
                <a:latin typeface="Corbel" panose="020B0503020204020204"/>
                <a:ea typeface="Corbel" panose="020B0503020204020204"/>
                <a:cs typeface="Corbel" panose="020B0503020204020204"/>
                <a:sym typeface="Corbel" panose="020B0503020204020204"/>
              </a:defRPr>
            </a:lvl3pPr>
            <a:lvl4pPr marL="1828800" marR="0" lvl="3"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panose="020B0503020204020204"/>
                <a:ea typeface="Corbel" panose="020B0503020204020204"/>
                <a:cs typeface="Corbel" panose="020B0503020204020204"/>
                <a:sym typeface="Corbel" panose="020B0503020204020204"/>
              </a:defRPr>
            </a:lvl4pPr>
            <a:lvl5pPr marL="2286000" marR="0" lvl="4"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panose="020B0503020204020204"/>
                <a:ea typeface="Corbel" panose="020B0503020204020204"/>
                <a:cs typeface="Corbel" panose="020B0503020204020204"/>
                <a:sym typeface="Corbel" panose="020B0503020204020204"/>
              </a:defRPr>
            </a:lvl5pPr>
            <a:lvl6pPr marL="2743200" marR="0" lvl="5"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panose="020B0503020204020204"/>
                <a:ea typeface="Corbel" panose="020B0503020204020204"/>
                <a:cs typeface="Corbel" panose="020B0503020204020204"/>
                <a:sym typeface="Corbel" panose="020B0503020204020204"/>
              </a:defRPr>
            </a:lvl6pPr>
            <a:lvl7pPr marL="3200400" marR="0" lvl="6"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panose="020B0503020204020204"/>
                <a:ea typeface="Corbel" panose="020B0503020204020204"/>
                <a:cs typeface="Corbel" panose="020B0503020204020204"/>
                <a:sym typeface="Corbel" panose="020B0503020204020204"/>
              </a:defRPr>
            </a:lvl7pPr>
            <a:lvl8pPr marL="3657600" marR="0" lvl="7"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panose="020B0503020204020204"/>
                <a:ea typeface="Corbel" panose="020B0503020204020204"/>
                <a:cs typeface="Corbel" panose="020B0503020204020204"/>
                <a:sym typeface="Corbel" panose="020B0503020204020204"/>
              </a:defRPr>
            </a:lvl8pPr>
            <a:lvl9pPr marL="4114800" marR="0" lvl="8" indent="-361950" algn="l" rtl="0">
              <a:lnSpc>
                <a:spcPct val="90000"/>
              </a:lnSpc>
              <a:spcBef>
                <a:spcPts val="375"/>
              </a:spcBef>
              <a:spcAft>
                <a:spcPts val="375"/>
              </a:spcAft>
              <a:buClr>
                <a:schemeClr val="accent1"/>
              </a:buClr>
              <a:buSzPts val="2100"/>
              <a:buFont typeface="Noto Sans Symbols"/>
              <a:buChar char="●"/>
              <a:defRPr sz="2100" b="0" i="0" u="none" strike="noStrike" cap="none">
                <a:solidFill>
                  <a:srgbClr val="595959"/>
                </a:solidFill>
                <a:latin typeface="Corbel" panose="020B0503020204020204"/>
                <a:ea typeface="Corbel" panose="020B0503020204020204"/>
                <a:cs typeface="Corbel" panose="020B0503020204020204"/>
                <a:sym typeface="Corbel" panose="020B0503020204020204"/>
              </a:defRPr>
            </a:lvl9pPr>
          </a:lstStyle>
          <a:p/>
        </p:txBody>
      </p:sp>
      <p:sp>
        <p:nvSpPr>
          <p:cNvPr id="472" name="Google Shape;472;p1"/>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strike="noStrike" cap="none">
                <a:solidFill>
                  <a:srgbClr val="7F7F7F"/>
                </a:solidFill>
                <a:latin typeface="Corbel" panose="020B0503020204020204"/>
                <a:ea typeface="Corbel" panose="020B0503020204020204"/>
                <a:cs typeface="Corbel" panose="020B0503020204020204"/>
                <a:sym typeface="Corbel" panose="020B0503020204020204"/>
              </a:defRPr>
            </a:lvl1pPr>
            <a:lvl2pPr marR="0" lvl="1"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2pPr>
            <a:lvl3pPr marR="0" lvl="2"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3pPr>
            <a:lvl4pPr marR="0" lvl="3"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4pPr>
            <a:lvl5pPr marR="0" lvl="4"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5pPr>
            <a:lvl6pPr marR="0" lvl="5"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6pPr>
            <a:lvl7pPr marR="0" lvl="6"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7pPr>
            <a:lvl8pPr marR="0" lvl="7"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8pPr>
            <a:lvl9pPr marR="0" lvl="8"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9pPr>
          </a:lstStyle>
          <a:p/>
        </p:txBody>
      </p:sp>
      <p:sp>
        <p:nvSpPr>
          <p:cNvPr id="473" name="Google Shape;473;p1"/>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strike="noStrike" cap="none">
                <a:solidFill>
                  <a:srgbClr val="7F7F7F"/>
                </a:solidFill>
                <a:latin typeface="Corbel" panose="020B0503020204020204"/>
                <a:ea typeface="Corbel" panose="020B0503020204020204"/>
                <a:cs typeface="Corbel" panose="020B0503020204020204"/>
                <a:sym typeface="Corbel" panose="020B0503020204020204"/>
              </a:defRPr>
            </a:lvl1pPr>
            <a:lvl2pPr marR="0" lvl="1"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2pPr>
            <a:lvl3pPr marR="0" lvl="2"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3pPr>
            <a:lvl4pPr marR="0" lvl="3"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4pPr>
            <a:lvl5pPr marR="0" lvl="4"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5pPr>
            <a:lvl6pPr marR="0" lvl="5"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6pPr>
            <a:lvl7pPr marR="0" lvl="6"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7pPr>
            <a:lvl8pPr marR="0" lvl="7"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8pPr>
            <a:lvl9pPr marR="0" lvl="8"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9pPr>
          </a:lstStyle>
          <a:p/>
        </p:txBody>
      </p:sp>
      <p:sp>
        <p:nvSpPr>
          <p:cNvPr id="474" name="Google Shape;474;p1"/>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panose="020B0503020204020204"/>
              <a:buNone/>
              <a:defRPr sz="1800" b="1" i="0" u="none" strike="noStrike" cap="none">
                <a:solidFill>
                  <a:schemeClr val="accent1"/>
                </a:solidFill>
                <a:latin typeface="Corbel" panose="020B0503020204020204"/>
                <a:ea typeface="Corbel" panose="020B0503020204020204"/>
                <a:cs typeface="Corbel" panose="020B0503020204020204"/>
                <a:sym typeface="Corbel" panose="020B0503020204020204"/>
              </a:defRPr>
            </a:lvl1pPr>
            <a:lvl2pPr marL="0" marR="0" lvl="1" indent="0" algn="r" rtl="0">
              <a:lnSpc>
                <a:spcPct val="100000"/>
              </a:lnSpc>
              <a:spcBef>
                <a:spcPts val="0"/>
              </a:spcBef>
              <a:spcAft>
                <a:spcPts val="0"/>
              </a:spcAft>
              <a:buClr>
                <a:schemeClr val="accent1"/>
              </a:buClr>
              <a:buSzPts val="1800"/>
              <a:buFont typeface="Corbel" panose="020B0503020204020204"/>
              <a:buNone/>
              <a:defRPr sz="1800" b="1" i="0" u="none" strike="noStrike" cap="none">
                <a:solidFill>
                  <a:schemeClr val="accent1"/>
                </a:solidFill>
                <a:latin typeface="Corbel" panose="020B0503020204020204"/>
                <a:ea typeface="Corbel" panose="020B0503020204020204"/>
                <a:cs typeface="Corbel" panose="020B0503020204020204"/>
                <a:sym typeface="Corbel" panose="020B0503020204020204"/>
              </a:defRPr>
            </a:lvl2pPr>
            <a:lvl3pPr marL="0" marR="0" lvl="2" indent="0" algn="r" rtl="0">
              <a:lnSpc>
                <a:spcPct val="100000"/>
              </a:lnSpc>
              <a:spcBef>
                <a:spcPts val="0"/>
              </a:spcBef>
              <a:spcAft>
                <a:spcPts val="0"/>
              </a:spcAft>
              <a:buClr>
                <a:schemeClr val="accent1"/>
              </a:buClr>
              <a:buSzPts val="1800"/>
              <a:buFont typeface="Corbel" panose="020B0503020204020204"/>
              <a:buNone/>
              <a:defRPr sz="1800" b="1" i="0" u="none" strike="noStrike" cap="none">
                <a:solidFill>
                  <a:schemeClr val="accent1"/>
                </a:solidFill>
                <a:latin typeface="Corbel" panose="020B0503020204020204"/>
                <a:ea typeface="Corbel" panose="020B0503020204020204"/>
                <a:cs typeface="Corbel" panose="020B0503020204020204"/>
                <a:sym typeface="Corbel" panose="020B0503020204020204"/>
              </a:defRPr>
            </a:lvl3pPr>
            <a:lvl4pPr marL="0" marR="0" lvl="3" indent="0" algn="r" rtl="0">
              <a:lnSpc>
                <a:spcPct val="100000"/>
              </a:lnSpc>
              <a:spcBef>
                <a:spcPts val="0"/>
              </a:spcBef>
              <a:spcAft>
                <a:spcPts val="0"/>
              </a:spcAft>
              <a:buClr>
                <a:schemeClr val="accent1"/>
              </a:buClr>
              <a:buSzPts val="1800"/>
              <a:buFont typeface="Corbel" panose="020B0503020204020204"/>
              <a:buNone/>
              <a:defRPr sz="1800" b="1" i="0" u="none" strike="noStrike" cap="none">
                <a:solidFill>
                  <a:schemeClr val="accent1"/>
                </a:solidFill>
                <a:latin typeface="Corbel" panose="020B0503020204020204"/>
                <a:ea typeface="Corbel" panose="020B0503020204020204"/>
                <a:cs typeface="Corbel" panose="020B0503020204020204"/>
                <a:sym typeface="Corbel" panose="020B0503020204020204"/>
              </a:defRPr>
            </a:lvl4pPr>
            <a:lvl5pPr marL="0" marR="0" lvl="4" indent="0" algn="r" rtl="0">
              <a:lnSpc>
                <a:spcPct val="100000"/>
              </a:lnSpc>
              <a:spcBef>
                <a:spcPts val="0"/>
              </a:spcBef>
              <a:spcAft>
                <a:spcPts val="0"/>
              </a:spcAft>
              <a:buClr>
                <a:schemeClr val="accent1"/>
              </a:buClr>
              <a:buSzPts val="1800"/>
              <a:buFont typeface="Corbel" panose="020B0503020204020204"/>
              <a:buNone/>
              <a:defRPr sz="1800" b="1" i="0" u="none" strike="noStrike" cap="none">
                <a:solidFill>
                  <a:schemeClr val="accent1"/>
                </a:solidFill>
                <a:latin typeface="Corbel" panose="020B0503020204020204"/>
                <a:ea typeface="Corbel" panose="020B0503020204020204"/>
                <a:cs typeface="Corbel" panose="020B0503020204020204"/>
                <a:sym typeface="Corbel" panose="020B0503020204020204"/>
              </a:defRPr>
            </a:lvl5pPr>
            <a:lvl6pPr marL="0" marR="0" lvl="5" indent="0" algn="r" rtl="0">
              <a:lnSpc>
                <a:spcPct val="100000"/>
              </a:lnSpc>
              <a:spcBef>
                <a:spcPts val="0"/>
              </a:spcBef>
              <a:spcAft>
                <a:spcPts val="0"/>
              </a:spcAft>
              <a:buClr>
                <a:schemeClr val="accent1"/>
              </a:buClr>
              <a:buSzPts val="1800"/>
              <a:buFont typeface="Corbel" panose="020B0503020204020204"/>
              <a:buNone/>
              <a:defRPr sz="1800" b="1" i="0" u="none" strike="noStrike" cap="none">
                <a:solidFill>
                  <a:schemeClr val="accent1"/>
                </a:solidFill>
                <a:latin typeface="Corbel" panose="020B0503020204020204"/>
                <a:ea typeface="Corbel" panose="020B0503020204020204"/>
                <a:cs typeface="Corbel" panose="020B0503020204020204"/>
                <a:sym typeface="Corbel" panose="020B0503020204020204"/>
              </a:defRPr>
            </a:lvl6pPr>
            <a:lvl7pPr marL="0" marR="0" lvl="6" indent="0" algn="r" rtl="0">
              <a:lnSpc>
                <a:spcPct val="100000"/>
              </a:lnSpc>
              <a:spcBef>
                <a:spcPts val="0"/>
              </a:spcBef>
              <a:spcAft>
                <a:spcPts val="0"/>
              </a:spcAft>
              <a:buClr>
                <a:schemeClr val="accent1"/>
              </a:buClr>
              <a:buSzPts val="1800"/>
              <a:buFont typeface="Corbel" panose="020B0503020204020204"/>
              <a:buNone/>
              <a:defRPr sz="1800" b="1" i="0" u="none" strike="noStrike" cap="none">
                <a:solidFill>
                  <a:schemeClr val="accent1"/>
                </a:solidFill>
                <a:latin typeface="Corbel" panose="020B0503020204020204"/>
                <a:ea typeface="Corbel" panose="020B0503020204020204"/>
                <a:cs typeface="Corbel" panose="020B0503020204020204"/>
                <a:sym typeface="Corbel" panose="020B0503020204020204"/>
              </a:defRPr>
            </a:lvl7pPr>
            <a:lvl8pPr marL="0" marR="0" lvl="7" indent="0" algn="r" rtl="0">
              <a:lnSpc>
                <a:spcPct val="100000"/>
              </a:lnSpc>
              <a:spcBef>
                <a:spcPts val="0"/>
              </a:spcBef>
              <a:spcAft>
                <a:spcPts val="0"/>
              </a:spcAft>
              <a:buClr>
                <a:schemeClr val="accent1"/>
              </a:buClr>
              <a:buSzPts val="1800"/>
              <a:buFont typeface="Corbel" panose="020B0503020204020204"/>
              <a:buNone/>
              <a:defRPr sz="1800" b="1" i="0" u="none" strike="noStrike" cap="none">
                <a:solidFill>
                  <a:schemeClr val="accent1"/>
                </a:solidFill>
                <a:latin typeface="Corbel" panose="020B0503020204020204"/>
                <a:ea typeface="Corbel" panose="020B0503020204020204"/>
                <a:cs typeface="Corbel" panose="020B0503020204020204"/>
                <a:sym typeface="Corbel" panose="020B0503020204020204"/>
              </a:defRPr>
            </a:lvl8pPr>
            <a:lvl9pPr marL="0" marR="0" lvl="8" indent="0" algn="r" rtl="0">
              <a:lnSpc>
                <a:spcPct val="100000"/>
              </a:lnSpc>
              <a:spcBef>
                <a:spcPts val="0"/>
              </a:spcBef>
              <a:spcAft>
                <a:spcPts val="0"/>
              </a:spcAft>
              <a:buClr>
                <a:schemeClr val="accent1"/>
              </a:buClr>
              <a:buSzPts val="1800"/>
              <a:buFont typeface="Corbel" panose="020B0503020204020204"/>
              <a:buNone/>
              <a:defRPr sz="1800" b="1" i="0" u="none" strike="noStrike" cap="none">
                <a:solidFill>
                  <a:schemeClr val="accent1"/>
                </a:solidFill>
                <a:latin typeface="Corbel" panose="020B0503020204020204"/>
                <a:ea typeface="Corbel" panose="020B0503020204020204"/>
                <a:cs typeface="Corbel" panose="020B0503020204020204"/>
                <a:sym typeface="Corbel" panose="020B0503020204020204"/>
              </a:defRPr>
            </a:lvl9pPr>
          </a:lstStyle>
          <a:p>
            <a:pPr marL="0" lvl="0" indent="0" algn="r" rtl="0">
              <a:spcBef>
                <a:spcPts val="0"/>
              </a:spcBef>
              <a:spcAft>
                <a:spcPts val="0"/>
              </a:spcAft>
              <a:buNone/>
            </a:pPr>
            <a:fld id="{00000000-1234-1234-1234-123412341234}" type="slidenum">
              <a:rPr lang="en-US"/>
            </a:fld>
            <a:endParaRPr sz="1400" b="0">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79"/>
        <p:cNvGrpSpPr/>
        <p:nvPr/>
      </p:nvGrpSpPr>
      <p:grpSpPr>
        <a:xfrm>
          <a:off x="0" y="0"/>
          <a:ext cx="0" cy="0"/>
          <a:chOff x="0" y="0"/>
          <a:chExt cx="0" cy="0"/>
        </a:xfrm>
      </p:grpSpPr>
      <p:sp>
        <p:nvSpPr>
          <p:cNvPr id="480" name="Google Shape;480;p3"/>
          <p:cNvSpPr/>
          <p:nvPr/>
        </p:nvSpPr>
        <p:spPr>
          <a:xfrm>
            <a:off x="0" y="1138237"/>
            <a:ext cx="5165700" cy="79962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481" name="Google Shape;481;p3"/>
          <p:cNvSpPr txBox="1">
            <a:spLocks noGrp="1"/>
          </p:cNvSpPr>
          <p:nvPr>
            <p:ph type="title"/>
          </p:nvPr>
        </p:nvSpPr>
        <p:spPr>
          <a:xfrm>
            <a:off x="379412" y="1685925"/>
            <a:ext cx="4421100" cy="69009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1pPr>
            <a:lvl2pPr marR="0" lvl="1"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2pPr>
            <a:lvl3pPr marR="0" lvl="2"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3pPr>
            <a:lvl4pPr marR="0" lvl="3"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4pPr>
            <a:lvl5pPr marR="0" lvl="4"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5pPr>
            <a:lvl6pPr marR="0" lvl="5"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6pPr>
            <a:lvl7pPr marR="0" lvl="6"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7pPr>
            <a:lvl8pPr marR="0" lvl="7"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8pPr>
            <a:lvl9pPr marR="0" lvl="8"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9pPr>
          </a:lstStyle>
          <a:p/>
        </p:txBody>
      </p:sp>
      <p:sp>
        <p:nvSpPr>
          <p:cNvPr id="482" name="Google Shape;482;p3"/>
          <p:cNvSpPr/>
          <p:nvPr/>
        </p:nvSpPr>
        <p:spPr>
          <a:xfrm>
            <a:off x="17724437" y="1138237"/>
            <a:ext cx="574800" cy="7996200"/>
          </a:xfrm>
          <a:prstGeom prst="rect">
            <a:avLst/>
          </a:prstGeom>
          <a:solidFill>
            <a:srgbClr val="C8C8C8">
              <a:alpha val="4980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483" name="Google Shape;483;p3"/>
          <p:cNvSpPr txBox="1">
            <a:spLocks noGrp="1"/>
          </p:cNvSpPr>
          <p:nvPr>
            <p:ph type="body" idx="1"/>
          </p:nvPr>
        </p:nvSpPr>
        <p:spPr>
          <a:xfrm>
            <a:off x="5797550" y="1295400"/>
            <a:ext cx="10972800" cy="7681800"/>
          </a:xfrm>
          <a:prstGeom prst="rect">
            <a:avLst/>
          </a:prstGeom>
          <a:noFill/>
          <a:ln>
            <a:noFill/>
          </a:ln>
        </p:spPr>
        <p:txBody>
          <a:bodyPr spcFirstLastPara="1" wrap="square" lIns="91425" tIns="45700" rIns="91425" bIns="45700" anchor="ctr" anchorCtr="0">
            <a:noAutofit/>
          </a:bodyPr>
          <a:lstStyle>
            <a:lvl1pPr marL="457200" marR="0" lvl="0" indent="-419100" algn="l" rtl="0">
              <a:lnSpc>
                <a:spcPct val="90000"/>
              </a:lnSpc>
              <a:spcBef>
                <a:spcPts val="1800"/>
              </a:spcBef>
              <a:spcAft>
                <a:spcPts val="0"/>
              </a:spcAft>
              <a:buClr>
                <a:schemeClr val="accent1"/>
              </a:buClr>
              <a:buSzPts val="3000"/>
              <a:buFont typeface="Noto Sans Symbols"/>
              <a:buChar char="●"/>
              <a:defRPr sz="3000" b="0" i="0" u="none" strike="noStrike" cap="none">
                <a:solidFill>
                  <a:srgbClr val="595959"/>
                </a:solidFill>
                <a:latin typeface="Corbel" panose="020B0503020204020204"/>
                <a:ea typeface="Corbel" panose="020B0503020204020204"/>
                <a:cs typeface="Corbel" panose="020B0503020204020204"/>
                <a:sym typeface="Corbel" panose="020B0503020204020204"/>
              </a:defRPr>
            </a:lvl1pPr>
            <a:lvl2pPr marL="914400" marR="0" lvl="1" indent="-400050" algn="l" rtl="0">
              <a:lnSpc>
                <a:spcPct val="90000"/>
              </a:lnSpc>
              <a:spcBef>
                <a:spcPts val="375"/>
              </a:spcBef>
              <a:spcAft>
                <a:spcPts val="0"/>
              </a:spcAft>
              <a:buClr>
                <a:schemeClr val="accent1"/>
              </a:buClr>
              <a:buSzPts val="2700"/>
              <a:buFont typeface="Noto Sans Symbols"/>
              <a:buChar char="●"/>
              <a:defRPr sz="2700" b="0" i="0" u="none" strike="noStrike" cap="none">
                <a:solidFill>
                  <a:srgbClr val="595959"/>
                </a:solidFill>
                <a:latin typeface="Corbel" panose="020B0503020204020204"/>
                <a:ea typeface="Corbel" panose="020B0503020204020204"/>
                <a:cs typeface="Corbel" panose="020B0503020204020204"/>
                <a:sym typeface="Corbel" panose="020B0503020204020204"/>
              </a:defRPr>
            </a:lvl2pPr>
            <a:lvl3pPr marL="1371600" marR="0" lvl="2" indent="-381000" algn="l" rtl="0">
              <a:lnSpc>
                <a:spcPct val="90000"/>
              </a:lnSpc>
              <a:spcBef>
                <a:spcPts val="375"/>
              </a:spcBef>
              <a:spcAft>
                <a:spcPts val="0"/>
              </a:spcAft>
              <a:buClr>
                <a:schemeClr val="accent1"/>
              </a:buClr>
              <a:buSzPts val="2400"/>
              <a:buFont typeface="Noto Sans Symbols"/>
              <a:buChar char="●"/>
              <a:defRPr sz="2400" b="0" i="0" u="none" strike="noStrike" cap="none">
                <a:solidFill>
                  <a:srgbClr val="595959"/>
                </a:solidFill>
                <a:latin typeface="Corbel" panose="020B0503020204020204"/>
                <a:ea typeface="Corbel" panose="020B0503020204020204"/>
                <a:cs typeface="Corbel" panose="020B0503020204020204"/>
                <a:sym typeface="Corbel" panose="020B0503020204020204"/>
              </a:defRPr>
            </a:lvl3pPr>
            <a:lvl4pPr marL="1828800" marR="0" lvl="3"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panose="020B0503020204020204"/>
                <a:ea typeface="Corbel" panose="020B0503020204020204"/>
                <a:cs typeface="Corbel" panose="020B0503020204020204"/>
                <a:sym typeface="Corbel" panose="020B0503020204020204"/>
              </a:defRPr>
            </a:lvl4pPr>
            <a:lvl5pPr marL="2286000" marR="0" lvl="4"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panose="020B0503020204020204"/>
                <a:ea typeface="Corbel" panose="020B0503020204020204"/>
                <a:cs typeface="Corbel" panose="020B0503020204020204"/>
                <a:sym typeface="Corbel" panose="020B0503020204020204"/>
              </a:defRPr>
            </a:lvl5pPr>
            <a:lvl6pPr marL="2743200" marR="0" lvl="5"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panose="020B0503020204020204"/>
                <a:ea typeface="Corbel" panose="020B0503020204020204"/>
                <a:cs typeface="Corbel" panose="020B0503020204020204"/>
                <a:sym typeface="Corbel" panose="020B0503020204020204"/>
              </a:defRPr>
            </a:lvl6pPr>
            <a:lvl7pPr marL="3200400" marR="0" lvl="6"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panose="020B0503020204020204"/>
                <a:ea typeface="Corbel" panose="020B0503020204020204"/>
                <a:cs typeface="Corbel" panose="020B0503020204020204"/>
                <a:sym typeface="Corbel" panose="020B0503020204020204"/>
              </a:defRPr>
            </a:lvl7pPr>
            <a:lvl8pPr marL="3657600" marR="0" lvl="7"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panose="020B0503020204020204"/>
                <a:ea typeface="Corbel" panose="020B0503020204020204"/>
                <a:cs typeface="Corbel" panose="020B0503020204020204"/>
                <a:sym typeface="Corbel" panose="020B0503020204020204"/>
              </a:defRPr>
            </a:lvl8pPr>
            <a:lvl9pPr marL="4114800" marR="0" lvl="8" indent="-361950" algn="l" rtl="0">
              <a:lnSpc>
                <a:spcPct val="90000"/>
              </a:lnSpc>
              <a:spcBef>
                <a:spcPts val="375"/>
              </a:spcBef>
              <a:spcAft>
                <a:spcPts val="375"/>
              </a:spcAft>
              <a:buClr>
                <a:schemeClr val="accent1"/>
              </a:buClr>
              <a:buSzPts val="2100"/>
              <a:buFont typeface="Noto Sans Symbols"/>
              <a:buChar char="●"/>
              <a:defRPr sz="2100" b="0" i="0" u="none" strike="noStrike" cap="none">
                <a:solidFill>
                  <a:srgbClr val="595959"/>
                </a:solidFill>
                <a:latin typeface="Corbel" panose="020B0503020204020204"/>
                <a:ea typeface="Corbel" panose="020B0503020204020204"/>
                <a:cs typeface="Corbel" panose="020B0503020204020204"/>
                <a:sym typeface="Corbel" panose="020B0503020204020204"/>
              </a:defRPr>
            </a:lvl9pPr>
          </a:lstStyle>
          <a:p/>
        </p:txBody>
      </p:sp>
      <p:sp>
        <p:nvSpPr>
          <p:cNvPr id="484" name="Google Shape;484;p3"/>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a:solidFill>
                  <a:srgbClr val="7F7F7F"/>
                </a:solidFill>
                <a:latin typeface="Corbel" panose="020B0503020204020204"/>
                <a:ea typeface="Corbel" panose="020B0503020204020204"/>
                <a:cs typeface="Corbel" panose="020B0503020204020204"/>
                <a:sym typeface="Corbel" panose="020B0503020204020204"/>
              </a:defRPr>
            </a:lvl1pPr>
            <a:lvl2pPr marR="0" lvl="1"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2pPr>
            <a:lvl3pPr marR="0" lvl="2"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3pPr>
            <a:lvl4pPr marR="0" lvl="3"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4pPr>
            <a:lvl5pPr marR="0" lvl="4"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5pPr>
            <a:lvl6pPr marR="0" lvl="5"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6pPr>
            <a:lvl7pPr marR="0" lvl="6"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7pPr>
            <a:lvl8pPr marR="0" lvl="7"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8pPr>
            <a:lvl9pPr marR="0" lvl="8"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9pPr>
          </a:lstStyle>
          <a:p/>
        </p:txBody>
      </p:sp>
      <p:sp>
        <p:nvSpPr>
          <p:cNvPr id="485" name="Google Shape;485;p3"/>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a:solidFill>
                  <a:srgbClr val="7F7F7F"/>
                </a:solidFill>
                <a:latin typeface="Corbel" panose="020B0503020204020204"/>
                <a:ea typeface="Corbel" panose="020B0503020204020204"/>
                <a:cs typeface="Corbel" panose="020B0503020204020204"/>
                <a:sym typeface="Corbel" panose="020B0503020204020204"/>
              </a:defRPr>
            </a:lvl1pPr>
            <a:lvl2pPr marR="0" lvl="1"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2pPr>
            <a:lvl3pPr marR="0" lvl="2"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3pPr>
            <a:lvl4pPr marR="0" lvl="3"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4pPr>
            <a:lvl5pPr marR="0" lvl="4"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5pPr>
            <a:lvl6pPr marR="0" lvl="5"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6pPr>
            <a:lvl7pPr marR="0" lvl="6"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7pPr>
            <a:lvl8pPr marR="0" lvl="7"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8pPr>
            <a:lvl9pPr marR="0" lvl="8"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9pPr>
          </a:lstStyle>
          <a:p/>
        </p:txBody>
      </p:sp>
      <p:sp>
        <p:nvSpPr>
          <p:cNvPr id="486" name="Google Shape;486;p3"/>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1pPr>
            <a:lvl2pPr marL="0" marR="0" lvl="1"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2pPr>
            <a:lvl3pPr marL="0" marR="0" lvl="2"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3pPr>
            <a:lvl4pPr marL="0" marR="0" lvl="3"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4pPr>
            <a:lvl5pPr marL="0" marR="0" lvl="4"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5pPr>
            <a:lvl6pPr marL="0" marR="0" lvl="5"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6pPr>
            <a:lvl7pPr marL="0" marR="0" lvl="6"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7pPr>
            <a:lvl8pPr marL="0" marR="0" lvl="7"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8pPr>
            <a:lvl9pPr marL="0" marR="0" lvl="8"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9pPr>
          </a:lstStyle>
          <a:p>
            <a:pPr marL="0" lvl="0" indent="0" algn="r" rtl="0">
              <a:spcBef>
                <a:spcPts val="0"/>
              </a:spcBef>
              <a:spcAft>
                <a:spcPts val="0"/>
              </a:spcAft>
              <a:buNone/>
            </a:pPr>
            <a:fld id="{00000000-1234-1234-1234-123412341234}" type="slidenum">
              <a:rPr lang="en-US"/>
            </a:fld>
            <a:endParaRPr sz="1400" b="0">
              <a:solidFill>
                <a:srgbClr val="000000"/>
              </a:solidFill>
              <a:latin typeface="Arial" panose="020B0604020202020204"/>
              <a:ea typeface="Arial" panose="020B0604020202020204"/>
              <a:cs typeface="Arial" panose="020B0604020202020204"/>
              <a:sym typeface="Arial" panose="020B0604020202020204"/>
            </a:endParaRPr>
          </a:p>
        </p:txBody>
      </p:sp>
      <p:sp>
        <p:nvSpPr>
          <p:cNvPr id="487" name="Google Shape;487;p3"/>
          <p:cNvSpPr/>
          <p:nvPr/>
        </p:nvSpPr>
        <p:spPr>
          <a:xfrm>
            <a:off x="15614650" y="1295400"/>
            <a:ext cx="1155600" cy="1097100"/>
          </a:xfrm>
          <a:prstGeom prst="ellipse">
            <a:avLst/>
          </a:prstGeom>
          <a:blipFill rotWithShape="1">
            <a:blip r:embed="rId9"/>
            <a:stretch>
              <a:fillRect/>
            </a:stretch>
          </a:blipFill>
          <a:ln w="10775" cap="flat" cmpd="sng">
            <a:solidFill>
              <a:srgbClr val="154D5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40"/>
        <p:cNvGrpSpPr/>
        <p:nvPr/>
      </p:nvGrpSpPr>
      <p:grpSpPr>
        <a:xfrm>
          <a:off x="0" y="0"/>
          <a:ext cx="0" cy="0"/>
          <a:chOff x="0" y="0"/>
          <a:chExt cx="0" cy="0"/>
        </a:xfrm>
      </p:grpSpPr>
      <p:sp>
        <p:nvSpPr>
          <p:cNvPr id="541" name="Google Shape;541;p12"/>
          <p:cNvSpPr/>
          <p:nvPr/>
        </p:nvSpPr>
        <p:spPr>
          <a:xfrm>
            <a:off x="0" y="1143000"/>
            <a:ext cx="13712700" cy="8001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542" name="Google Shape;542;p12"/>
          <p:cNvSpPr/>
          <p:nvPr/>
        </p:nvSpPr>
        <p:spPr>
          <a:xfrm>
            <a:off x="13904912" y="1143000"/>
            <a:ext cx="4387800" cy="8001000"/>
          </a:xfrm>
          <a:prstGeom prst="rect">
            <a:avLst/>
          </a:prstGeom>
          <a:solidFill>
            <a:srgbClr val="C8C8C8">
              <a:alpha val="4980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543" name="Google Shape;543;p12"/>
          <p:cNvSpPr/>
          <p:nvPr/>
        </p:nvSpPr>
        <p:spPr>
          <a:xfrm>
            <a:off x="12577762" y="1163637"/>
            <a:ext cx="1135200" cy="1150800"/>
          </a:xfrm>
          <a:prstGeom prst="ellipse">
            <a:avLst/>
          </a:prstGeom>
          <a:blipFill rotWithShape="1">
            <a:blip r:embed="rId2"/>
            <a:stretch>
              <a:fillRect/>
            </a:stretch>
          </a:blipFill>
          <a:ln w="10775" cap="flat" cmpd="sng">
            <a:solidFill>
              <a:srgbClr val="154D5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544" name="Google Shape;544;p12"/>
          <p:cNvSpPr txBox="1">
            <a:spLocks noGrp="1"/>
          </p:cNvSpPr>
          <p:nvPr>
            <p:ph type="title"/>
          </p:nvPr>
        </p:nvSpPr>
        <p:spPr>
          <a:xfrm>
            <a:off x="379412" y="1685925"/>
            <a:ext cx="4421100" cy="69009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1pPr>
            <a:lvl2pPr marR="0" lvl="1"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2pPr>
            <a:lvl3pPr marR="0" lvl="2"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3pPr>
            <a:lvl4pPr marR="0" lvl="3"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4pPr>
            <a:lvl5pPr marR="0" lvl="4"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5pPr>
            <a:lvl6pPr marR="0" lvl="5"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6pPr>
            <a:lvl7pPr marR="0" lvl="6"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7pPr>
            <a:lvl8pPr marR="0" lvl="7"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8pPr>
            <a:lvl9pPr marR="0" lvl="8"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9pPr>
          </a:lstStyle>
          <a:p/>
        </p:txBody>
      </p:sp>
      <p:sp>
        <p:nvSpPr>
          <p:cNvPr id="545" name="Google Shape;545;p12"/>
          <p:cNvSpPr txBox="1">
            <a:spLocks noGrp="1"/>
          </p:cNvSpPr>
          <p:nvPr>
            <p:ph type="body" idx="1"/>
          </p:nvPr>
        </p:nvSpPr>
        <p:spPr>
          <a:xfrm>
            <a:off x="5797550" y="1295400"/>
            <a:ext cx="10972800" cy="7681800"/>
          </a:xfrm>
          <a:prstGeom prst="rect">
            <a:avLst/>
          </a:prstGeom>
          <a:noFill/>
          <a:ln>
            <a:noFill/>
          </a:ln>
        </p:spPr>
        <p:txBody>
          <a:bodyPr spcFirstLastPara="1" wrap="square" lIns="91425" tIns="45700" rIns="91425" bIns="45700" anchor="ctr" anchorCtr="0">
            <a:noAutofit/>
          </a:bodyPr>
          <a:lstStyle>
            <a:lvl1pPr marL="457200" marR="0" lvl="0" indent="-419100" algn="l" rtl="0">
              <a:lnSpc>
                <a:spcPct val="90000"/>
              </a:lnSpc>
              <a:spcBef>
                <a:spcPts val="1800"/>
              </a:spcBef>
              <a:spcAft>
                <a:spcPts val="0"/>
              </a:spcAft>
              <a:buClr>
                <a:schemeClr val="accent1"/>
              </a:buClr>
              <a:buSzPts val="3000"/>
              <a:buFont typeface="Noto Sans Symbols"/>
              <a:buChar char="●"/>
              <a:defRPr sz="3000" b="0" i="0" u="none" strike="noStrike" cap="none">
                <a:solidFill>
                  <a:srgbClr val="595959"/>
                </a:solidFill>
                <a:latin typeface="Corbel" panose="020B0503020204020204"/>
                <a:ea typeface="Corbel" panose="020B0503020204020204"/>
                <a:cs typeface="Corbel" panose="020B0503020204020204"/>
                <a:sym typeface="Corbel" panose="020B0503020204020204"/>
              </a:defRPr>
            </a:lvl1pPr>
            <a:lvl2pPr marL="914400" marR="0" lvl="1" indent="-400050" algn="l" rtl="0">
              <a:lnSpc>
                <a:spcPct val="90000"/>
              </a:lnSpc>
              <a:spcBef>
                <a:spcPts val="375"/>
              </a:spcBef>
              <a:spcAft>
                <a:spcPts val="0"/>
              </a:spcAft>
              <a:buClr>
                <a:schemeClr val="accent1"/>
              </a:buClr>
              <a:buSzPts val="2700"/>
              <a:buFont typeface="Noto Sans Symbols"/>
              <a:buChar char="●"/>
              <a:defRPr sz="2700" b="0" i="0" u="none" strike="noStrike" cap="none">
                <a:solidFill>
                  <a:srgbClr val="595959"/>
                </a:solidFill>
                <a:latin typeface="Corbel" panose="020B0503020204020204"/>
                <a:ea typeface="Corbel" panose="020B0503020204020204"/>
                <a:cs typeface="Corbel" panose="020B0503020204020204"/>
                <a:sym typeface="Corbel" panose="020B0503020204020204"/>
              </a:defRPr>
            </a:lvl2pPr>
            <a:lvl3pPr marL="1371600" marR="0" lvl="2" indent="-381000" algn="l" rtl="0">
              <a:lnSpc>
                <a:spcPct val="90000"/>
              </a:lnSpc>
              <a:spcBef>
                <a:spcPts val="375"/>
              </a:spcBef>
              <a:spcAft>
                <a:spcPts val="0"/>
              </a:spcAft>
              <a:buClr>
                <a:schemeClr val="accent1"/>
              </a:buClr>
              <a:buSzPts val="2400"/>
              <a:buFont typeface="Noto Sans Symbols"/>
              <a:buChar char="●"/>
              <a:defRPr sz="2400" b="0" i="0" u="none" strike="noStrike" cap="none">
                <a:solidFill>
                  <a:srgbClr val="595959"/>
                </a:solidFill>
                <a:latin typeface="Corbel" panose="020B0503020204020204"/>
                <a:ea typeface="Corbel" panose="020B0503020204020204"/>
                <a:cs typeface="Corbel" panose="020B0503020204020204"/>
                <a:sym typeface="Corbel" panose="020B0503020204020204"/>
              </a:defRPr>
            </a:lvl3pPr>
            <a:lvl4pPr marL="1828800" marR="0" lvl="3"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panose="020B0503020204020204"/>
                <a:ea typeface="Corbel" panose="020B0503020204020204"/>
                <a:cs typeface="Corbel" panose="020B0503020204020204"/>
                <a:sym typeface="Corbel" panose="020B0503020204020204"/>
              </a:defRPr>
            </a:lvl4pPr>
            <a:lvl5pPr marL="2286000" marR="0" lvl="4"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panose="020B0503020204020204"/>
                <a:ea typeface="Corbel" panose="020B0503020204020204"/>
                <a:cs typeface="Corbel" panose="020B0503020204020204"/>
                <a:sym typeface="Corbel" panose="020B0503020204020204"/>
              </a:defRPr>
            </a:lvl5pPr>
            <a:lvl6pPr marL="2743200" marR="0" lvl="5"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panose="020B0503020204020204"/>
                <a:ea typeface="Corbel" panose="020B0503020204020204"/>
                <a:cs typeface="Corbel" panose="020B0503020204020204"/>
                <a:sym typeface="Corbel" panose="020B0503020204020204"/>
              </a:defRPr>
            </a:lvl6pPr>
            <a:lvl7pPr marL="3200400" marR="0" lvl="6"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panose="020B0503020204020204"/>
                <a:ea typeface="Corbel" panose="020B0503020204020204"/>
                <a:cs typeface="Corbel" panose="020B0503020204020204"/>
                <a:sym typeface="Corbel" panose="020B0503020204020204"/>
              </a:defRPr>
            </a:lvl7pPr>
            <a:lvl8pPr marL="3657600" marR="0" lvl="7"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panose="020B0503020204020204"/>
                <a:ea typeface="Corbel" panose="020B0503020204020204"/>
                <a:cs typeface="Corbel" panose="020B0503020204020204"/>
                <a:sym typeface="Corbel" panose="020B0503020204020204"/>
              </a:defRPr>
            </a:lvl8pPr>
            <a:lvl9pPr marL="4114800" marR="0" lvl="8" indent="-361950" algn="l" rtl="0">
              <a:lnSpc>
                <a:spcPct val="90000"/>
              </a:lnSpc>
              <a:spcBef>
                <a:spcPts val="375"/>
              </a:spcBef>
              <a:spcAft>
                <a:spcPts val="375"/>
              </a:spcAft>
              <a:buClr>
                <a:schemeClr val="accent1"/>
              </a:buClr>
              <a:buSzPts val="2100"/>
              <a:buFont typeface="Noto Sans Symbols"/>
              <a:buChar char="●"/>
              <a:defRPr sz="2100" b="0" i="0" u="none" strike="noStrike" cap="none">
                <a:solidFill>
                  <a:srgbClr val="595959"/>
                </a:solidFill>
                <a:latin typeface="Corbel" panose="020B0503020204020204"/>
                <a:ea typeface="Corbel" panose="020B0503020204020204"/>
                <a:cs typeface="Corbel" panose="020B0503020204020204"/>
                <a:sym typeface="Corbel" panose="020B0503020204020204"/>
              </a:defRPr>
            </a:lvl9pPr>
          </a:lstStyle>
          <a:p/>
        </p:txBody>
      </p:sp>
      <p:sp>
        <p:nvSpPr>
          <p:cNvPr id="546" name="Google Shape;546;p12"/>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a:solidFill>
                  <a:srgbClr val="7F7F7F"/>
                </a:solidFill>
                <a:latin typeface="Corbel" panose="020B0503020204020204"/>
                <a:ea typeface="Corbel" panose="020B0503020204020204"/>
                <a:cs typeface="Corbel" panose="020B0503020204020204"/>
                <a:sym typeface="Corbel" panose="020B0503020204020204"/>
              </a:defRPr>
            </a:lvl1pPr>
            <a:lvl2pPr marR="0" lvl="1"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2pPr>
            <a:lvl3pPr marR="0" lvl="2"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3pPr>
            <a:lvl4pPr marR="0" lvl="3"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4pPr>
            <a:lvl5pPr marR="0" lvl="4"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5pPr>
            <a:lvl6pPr marR="0" lvl="5"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6pPr>
            <a:lvl7pPr marR="0" lvl="6"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7pPr>
            <a:lvl8pPr marR="0" lvl="7"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8pPr>
            <a:lvl9pPr marR="0" lvl="8"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9pPr>
          </a:lstStyle>
          <a:p/>
        </p:txBody>
      </p:sp>
      <p:sp>
        <p:nvSpPr>
          <p:cNvPr id="547" name="Google Shape;547;p12"/>
          <p:cNvSpPr txBox="1">
            <a:spLocks noGrp="1"/>
          </p:cNvSpPr>
          <p:nvPr>
            <p:ph type="ftr" idx="1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a:solidFill>
                  <a:srgbClr val="7F7F7F"/>
                </a:solidFill>
                <a:latin typeface="Corbel" panose="020B0503020204020204"/>
                <a:ea typeface="Corbel" panose="020B0503020204020204"/>
                <a:cs typeface="Corbel" panose="020B0503020204020204"/>
                <a:sym typeface="Corbel" panose="020B0503020204020204"/>
              </a:defRPr>
            </a:lvl1pPr>
            <a:lvl2pPr marR="0" lvl="1"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2pPr>
            <a:lvl3pPr marR="0" lvl="2"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3pPr>
            <a:lvl4pPr marR="0" lvl="3"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4pPr>
            <a:lvl5pPr marR="0" lvl="4"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5pPr>
            <a:lvl6pPr marR="0" lvl="5"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6pPr>
            <a:lvl7pPr marR="0" lvl="6"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7pPr>
            <a:lvl8pPr marR="0" lvl="7"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8pPr>
            <a:lvl9pPr marR="0" lvl="8"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9pPr>
          </a:lstStyle>
          <a:p/>
        </p:txBody>
      </p:sp>
      <p:sp>
        <p:nvSpPr>
          <p:cNvPr id="548" name="Google Shape;548;p12"/>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1pPr>
            <a:lvl2pPr marL="0" marR="0" lvl="1"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2pPr>
            <a:lvl3pPr marL="0" marR="0" lvl="2"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3pPr>
            <a:lvl4pPr marL="0" marR="0" lvl="3"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4pPr>
            <a:lvl5pPr marL="0" marR="0" lvl="4"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5pPr>
            <a:lvl6pPr marL="0" marR="0" lvl="5"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6pPr>
            <a:lvl7pPr marL="0" marR="0" lvl="6"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7pPr>
            <a:lvl8pPr marL="0" marR="0" lvl="7"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8pPr>
            <a:lvl9pPr marL="0" marR="0" lvl="8"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9pPr>
          </a:lstStyle>
          <a:p>
            <a:pPr marL="0" lvl="0" indent="0" algn="r" rtl="0">
              <a:spcBef>
                <a:spcPts val="0"/>
              </a:spcBef>
              <a:spcAft>
                <a:spcPts val="0"/>
              </a:spcAft>
              <a:buNone/>
            </a:pPr>
            <a:fld id="{00000000-1234-1234-1234-123412341234}" type="slidenum">
              <a:rPr lang="en-US"/>
            </a:fld>
            <a:endParaRPr sz="1400" b="0">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sldLayoutIdLst>
    <p:sldLayoutId id="214748366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55"/>
        <p:cNvGrpSpPr/>
        <p:nvPr/>
      </p:nvGrpSpPr>
      <p:grpSpPr>
        <a:xfrm>
          <a:off x="0" y="0"/>
          <a:ext cx="0" cy="0"/>
          <a:chOff x="0" y="0"/>
          <a:chExt cx="0" cy="0"/>
        </a:xfrm>
      </p:grpSpPr>
      <p:sp>
        <p:nvSpPr>
          <p:cNvPr id="556" name="Google Shape;556;p14"/>
          <p:cNvSpPr/>
          <p:nvPr/>
        </p:nvSpPr>
        <p:spPr>
          <a:xfrm>
            <a:off x="0" y="1138237"/>
            <a:ext cx="5165700" cy="79962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557" name="Google Shape;557;p14"/>
          <p:cNvSpPr/>
          <p:nvPr/>
        </p:nvSpPr>
        <p:spPr>
          <a:xfrm>
            <a:off x="17724437" y="1138237"/>
            <a:ext cx="574800" cy="7996200"/>
          </a:xfrm>
          <a:prstGeom prst="rect">
            <a:avLst/>
          </a:prstGeom>
          <a:solidFill>
            <a:srgbClr val="C8C8C8">
              <a:alpha val="4980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558" name="Google Shape;558;p14"/>
          <p:cNvSpPr/>
          <p:nvPr/>
        </p:nvSpPr>
        <p:spPr>
          <a:xfrm>
            <a:off x="15614650" y="1295400"/>
            <a:ext cx="1155600" cy="1097100"/>
          </a:xfrm>
          <a:prstGeom prst="ellipse">
            <a:avLst/>
          </a:prstGeom>
          <a:blipFill rotWithShape="1">
            <a:blip r:embed="rId2"/>
            <a:stretch>
              <a:fillRect/>
            </a:stretch>
          </a:blipFill>
          <a:ln w="10775" cap="flat" cmpd="sng">
            <a:solidFill>
              <a:srgbClr val="154D5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559" name="Google Shape;559;p14"/>
          <p:cNvSpPr txBox="1">
            <a:spLocks noGrp="1"/>
          </p:cNvSpPr>
          <p:nvPr>
            <p:ph type="title"/>
          </p:nvPr>
        </p:nvSpPr>
        <p:spPr>
          <a:xfrm>
            <a:off x="379412" y="1685925"/>
            <a:ext cx="4421100" cy="69009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1pPr>
            <a:lvl2pPr marR="0" lvl="1"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2pPr>
            <a:lvl3pPr marR="0" lvl="2"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3pPr>
            <a:lvl4pPr marR="0" lvl="3"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4pPr>
            <a:lvl5pPr marR="0" lvl="4"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5pPr>
            <a:lvl6pPr marR="0" lvl="5"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6pPr>
            <a:lvl7pPr marR="0" lvl="6"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7pPr>
            <a:lvl8pPr marR="0" lvl="7"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8pPr>
            <a:lvl9pPr marR="0" lvl="8" algn="l" rtl="0">
              <a:lnSpc>
                <a:spcPct val="90000"/>
              </a:lnSpc>
              <a:spcBef>
                <a:spcPts val="0"/>
              </a:spcBef>
              <a:spcAft>
                <a:spcPts val="0"/>
              </a:spcAft>
              <a:buSzPts val="1400"/>
              <a:buNone/>
              <a:defRPr sz="5400" b="0" i="0" u="none" strike="noStrike" cap="none">
                <a:solidFill>
                  <a:srgbClr val="FFFFFF"/>
                </a:solidFill>
                <a:latin typeface="Corbel" panose="020B0503020204020204"/>
                <a:ea typeface="Corbel" panose="020B0503020204020204"/>
                <a:cs typeface="Corbel" panose="020B0503020204020204"/>
                <a:sym typeface="Corbel" panose="020B0503020204020204"/>
              </a:defRPr>
            </a:lvl9pPr>
          </a:lstStyle>
          <a:p/>
        </p:txBody>
      </p:sp>
      <p:sp>
        <p:nvSpPr>
          <p:cNvPr id="560" name="Google Shape;560;p14"/>
          <p:cNvSpPr txBox="1">
            <a:spLocks noGrp="1"/>
          </p:cNvSpPr>
          <p:nvPr>
            <p:ph type="body" idx="1"/>
          </p:nvPr>
        </p:nvSpPr>
        <p:spPr>
          <a:xfrm>
            <a:off x="5797550" y="1295400"/>
            <a:ext cx="10972800" cy="7681800"/>
          </a:xfrm>
          <a:prstGeom prst="rect">
            <a:avLst/>
          </a:prstGeom>
          <a:noFill/>
          <a:ln>
            <a:noFill/>
          </a:ln>
        </p:spPr>
        <p:txBody>
          <a:bodyPr spcFirstLastPara="1" wrap="square" lIns="91425" tIns="45700" rIns="91425" bIns="45700" anchor="ctr" anchorCtr="0">
            <a:noAutofit/>
          </a:bodyPr>
          <a:lstStyle>
            <a:lvl1pPr marL="457200" marR="0" lvl="0" indent="-419100" algn="l" rtl="0">
              <a:lnSpc>
                <a:spcPct val="90000"/>
              </a:lnSpc>
              <a:spcBef>
                <a:spcPts val="1800"/>
              </a:spcBef>
              <a:spcAft>
                <a:spcPts val="0"/>
              </a:spcAft>
              <a:buClr>
                <a:schemeClr val="accent1"/>
              </a:buClr>
              <a:buSzPts val="3000"/>
              <a:buFont typeface="Noto Sans Symbols"/>
              <a:buChar char="●"/>
              <a:defRPr sz="3000" b="0" i="0" u="none" strike="noStrike" cap="none">
                <a:solidFill>
                  <a:srgbClr val="595959"/>
                </a:solidFill>
                <a:latin typeface="Corbel" panose="020B0503020204020204"/>
                <a:ea typeface="Corbel" panose="020B0503020204020204"/>
                <a:cs typeface="Corbel" panose="020B0503020204020204"/>
                <a:sym typeface="Corbel" panose="020B0503020204020204"/>
              </a:defRPr>
            </a:lvl1pPr>
            <a:lvl2pPr marL="914400" marR="0" lvl="1" indent="-400050" algn="l" rtl="0">
              <a:lnSpc>
                <a:spcPct val="90000"/>
              </a:lnSpc>
              <a:spcBef>
                <a:spcPts val="375"/>
              </a:spcBef>
              <a:spcAft>
                <a:spcPts val="0"/>
              </a:spcAft>
              <a:buClr>
                <a:schemeClr val="accent1"/>
              </a:buClr>
              <a:buSzPts val="2700"/>
              <a:buFont typeface="Noto Sans Symbols"/>
              <a:buChar char="●"/>
              <a:defRPr sz="2700" b="0" i="0" u="none" strike="noStrike" cap="none">
                <a:solidFill>
                  <a:srgbClr val="595959"/>
                </a:solidFill>
                <a:latin typeface="Corbel" panose="020B0503020204020204"/>
                <a:ea typeface="Corbel" panose="020B0503020204020204"/>
                <a:cs typeface="Corbel" panose="020B0503020204020204"/>
                <a:sym typeface="Corbel" panose="020B0503020204020204"/>
              </a:defRPr>
            </a:lvl2pPr>
            <a:lvl3pPr marL="1371600" marR="0" lvl="2" indent="-381000" algn="l" rtl="0">
              <a:lnSpc>
                <a:spcPct val="90000"/>
              </a:lnSpc>
              <a:spcBef>
                <a:spcPts val="375"/>
              </a:spcBef>
              <a:spcAft>
                <a:spcPts val="0"/>
              </a:spcAft>
              <a:buClr>
                <a:schemeClr val="accent1"/>
              </a:buClr>
              <a:buSzPts val="2400"/>
              <a:buFont typeface="Noto Sans Symbols"/>
              <a:buChar char="●"/>
              <a:defRPr sz="2400" b="0" i="0" u="none" strike="noStrike" cap="none">
                <a:solidFill>
                  <a:srgbClr val="595959"/>
                </a:solidFill>
                <a:latin typeface="Corbel" panose="020B0503020204020204"/>
                <a:ea typeface="Corbel" panose="020B0503020204020204"/>
                <a:cs typeface="Corbel" panose="020B0503020204020204"/>
                <a:sym typeface="Corbel" panose="020B0503020204020204"/>
              </a:defRPr>
            </a:lvl3pPr>
            <a:lvl4pPr marL="1828800" marR="0" lvl="3"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panose="020B0503020204020204"/>
                <a:ea typeface="Corbel" panose="020B0503020204020204"/>
                <a:cs typeface="Corbel" panose="020B0503020204020204"/>
                <a:sym typeface="Corbel" panose="020B0503020204020204"/>
              </a:defRPr>
            </a:lvl4pPr>
            <a:lvl5pPr marL="2286000" marR="0" lvl="4"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panose="020B0503020204020204"/>
                <a:ea typeface="Corbel" panose="020B0503020204020204"/>
                <a:cs typeface="Corbel" panose="020B0503020204020204"/>
                <a:sym typeface="Corbel" panose="020B0503020204020204"/>
              </a:defRPr>
            </a:lvl5pPr>
            <a:lvl6pPr marL="2743200" marR="0" lvl="5"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panose="020B0503020204020204"/>
                <a:ea typeface="Corbel" panose="020B0503020204020204"/>
                <a:cs typeface="Corbel" panose="020B0503020204020204"/>
                <a:sym typeface="Corbel" panose="020B0503020204020204"/>
              </a:defRPr>
            </a:lvl6pPr>
            <a:lvl7pPr marL="3200400" marR="0" lvl="6"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panose="020B0503020204020204"/>
                <a:ea typeface="Corbel" panose="020B0503020204020204"/>
                <a:cs typeface="Corbel" panose="020B0503020204020204"/>
                <a:sym typeface="Corbel" panose="020B0503020204020204"/>
              </a:defRPr>
            </a:lvl7pPr>
            <a:lvl8pPr marL="3657600" marR="0" lvl="7" indent="-361950" algn="l" rtl="0">
              <a:lnSpc>
                <a:spcPct val="90000"/>
              </a:lnSpc>
              <a:spcBef>
                <a:spcPts val="375"/>
              </a:spcBef>
              <a:spcAft>
                <a:spcPts val="0"/>
              </a:spcAft>
              <a:buClr>
                <a:schemeClr val="accent1"/>
              </a:buClr>
              <a:buSzPts val="2100"/>
              <a:buFont typeface="Noto Sans Symbols"/>
              <a:buChar char="●"/>
              <a:defRPr sz="2100" b="0" i="0" u="none" strike="noStrike" cap="none">
                <a:solidFill>
                  <a:srgbClr val="595959"/>
                </a:solidFill>
                <a:latin typeface="Corbel" panose="020B0503020204020204"/>
                <a:ea typeface="Corbel" panose="020B0503020204020204"/>
                <a:cs typeface="Corbel" panose="020B0503020204020204"/>
                <a:sym typeface="Corbel" panose="020B0503020204020204"/>
              </a:defRPr>
            </a:lvl8pPr>
            <a:lvl9pPr marL="4114800" marR="0" lvl="8" indent="-361950" algn="l" rtl="0">
              <a:lnSpc>
                <a:spcPct val="90000"/>
              </a:lnSpc>
              <a:spcBef>
                <a:spcPts val="375"/>
              </a:spcBef>
              <a:spcAft>
                <a:spcPts val="375"/>
              </a:spcAft>
              <a:buClr>
                <a:schemeClr val="accent1"/>
              </a:buClr>
              <a:buSzPts val="2100"/>
              <a:buFont typeface="Noto Sans Symbols"/>
              <a:buChar char="●"/>
              <a:defRPr sz="2100" b="0" i="0" u="none" strike="noStrike" cap="none">
                <a:solidFill>
                  <a:srgbClr val="595959"/>
                </a:solidFill>
                <a:latin typeface="Corbel" panose="020B0503020204020204"/>
                <a:ea typeface="Corbel" panose="020B0503020204020204"/>
                <a:cs typeface="Corbel" panose="020B0503020204020204"/>
                <a:sym typeface="Corbel" panose="020B0503020204020204"/>
              </a:defRPr>
            </a:lvl9pPr>
          </a:lstStyle>
          <a:p/>
        </p:txBody>
      </p:sp>
      <p:sp>
        <p:nvSpPr>
          <p:cNvPr id="561" name="Google Shape;561;p14"/>
          <p:cNvSpPr txBox="1">
            <a:spLocks noGrp="1"/>
          </p:cNvSpPr>
          <p:nvPr>
            <p:ph type="dt" idx="10"/>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a:solidFill>
                  <a:srgbClr val="7F7F7F"/>
                </a:solidFill>
                <a:latin typeface="Corbel" panose="020B0503020204020204"/>
                <a:ea typeface="Corbel" panose="020B0503020204020204"/>
                <a:cs typeface="Corbel" panose="020B0503020204020204"/>
                <a:sym typeface="Corbel" panose="020B0503020204020204"/>
              </a:defRPr>
            </a:lvl1pPr>
            <a:lvl2pPr marR="0" lvl="1"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2pPr>
            <a:lvl3pPr marR="0" lvl="2"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3pPr>
            <a:lvl4pPr marR="0" lvl="3"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4pPr>
            <a:lvl5pPr marR="0" lvl="4"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5pPr>
            <a:lvl6pPr marR="0" lvl="5"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6pPr>
            <a:lvl7pPr marR="0" lvl="6"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7pPr>
            <a:lvl8pPr marR="0" lvl="7"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8pPr>
            <a:lvl9pPr marR="0" lvl="8"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9pPr>
          </a:lstStyle>
          <a:p/>
        </p:txBody>
      </p:sp>
      <p:sp>
        <p:nvSpPr>
          <p:cNvPr id="562" name="Google Shape;562;p14"/>
          <p:cNvSpPr txBox="1">
            <a:spLocks noGrp="1"/>
          </p:cNvSpPr>
          <p:nvPr>
            <p:ph type="ftr" idx="11"/>
          </p:nvPr>
        </p:nvSpPr>
        <p:spPr>
          <a:xfrm>
            <a:off x="5248275" y="9534525"/>
            <a:ext cx="8867700" cy="547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600" b="0" i="0" u="none">
                <a:solidFill>
                  <a:srgbClr val="7F7F7F"/>
                </a:solidFill>
                <a:latin typeface="Corbel" panose="020B0503020204020204"/>
                <a:ea typeface="Corbel" panose="020B0503020204020204"/>
                <a:cs typeface="Corbel" panose="020B0503020204020204"/>
                <a:sym typeface="Corbel" panose="020B0503020204020204"/>
              </a:defRPr>
            </a:lvl1pPr>
            <a:lvl2pPr marR="0" lvl="1"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2pPr>
            <a:lvl3pPr marR="0" lvl="2"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3pPr>
            <a:lvl4pPr marR="0" lvl="3"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4pPr>
            <a:lvl5pPr marR="0" lvl="4"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5pPr>
            <a:lvl6pPr marR="0" lvl="5"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6pPr>
            <a:lvl7pPr marR="0" lvl="6"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7pPr>
            <a:lvl8pPr marR="0" lvl="7"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8pPr>
            <a:lvl9pPr marR="0" lvl="8" algn="l" rtl="0">
              <a:lnSpc>
                <a:spcPct val="100000"/>
              </a:lnSpc>
              <a:spcBef>
                <a:spcPts val="0"/>
              </a:spcBef>
              <a:spcAft>
                <a:spcPts val="0"/>
              </a:spcAft>
              <a:buSzPts val="1400"/>
              <a:buNone/>
              <a:defRPr sz="1800" b="0" i="0" u="none" strike="noStrike" cap="none">
                <a:solidFill>
                  <a:schemeClr val="dk1"/>
                </a:solidFill>
                <a:latin typeface="Corbel" panose="020B0503020204020204"/>
                <a:ea typeface="Corbel" panose="020B0503020204020204"/>
                <a:cs typeface="Corbel" panose="020B0503020204020204"/>
                <a:sym typeface="Corbel" panose="020B0503020204020204"/>
              </a:defRPr>
            </a:lvl9pPr>
          </a:lstStyle>
          <a:p/>
        </p:txBody>
      </p:sp>
      <p:sp>
        <p:nvSpPr>
          <p:cNvPr id="563" name="Google Shape;563;p14"/>
          <p:cNvSpPr txBox="1">
            <a:spLocks noGrp="1"/>
          </p:cNvSpPr>
          <p:nvPr>
            <p:ph type="sldNum" idx="12"/>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1pPr>
            <a:lvl2pPr marL="0" marR="0" lvl="1"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2pPr>
            <a:lvl3pPr marL="0" marR="0" lvl="2"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3pPr>
            <a:lvl4pPr marL="0" marR="0" lvl="3"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4pPr>
            <a:lvl5pPr marL="0" marR="0" lvl="4"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5pPr>
            <a:lvl6pPr marL="0" marR="0" lvl="5"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6pPr>
            <a:lvl7pPr marL="0" marR="0" lvl="6"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7pPr>
            <a:lvl8pPr marL="0" marR="0" lvl="7"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8pPr>
            <a:lvl9pPr marL="0" marR="0" lvl="8" indent="0" algn="r" rtl="0">
              <a:lnSpc>
                <a:spcPct val="100000"/>
              </a:lnSpc>
              <a:spcBef>
                <a:spcPts val="0"/>
              </a:spcBef>
              <a:spcAft>
                <a:spcPts val="0"/>
              </a:spcAft>
              <a:buClr>
                <a:schemeClr val="accent1"/>
              </a:buClr>
              <a:buSzPts val="1800"/>
              <a:buFont typeface="Corbel" panose="020B0503020204020204"/>
              <a:buNone/>
              <a:defRPr sz="1800" b="1" i="0" u="none">
                <a:solidFill>
                  <a:schemeClr val="accent1"/>
                </a:solidFill>
                <a:latin typeface="Corbel" panose="020B0503020204020204"/>
                <a:ea typeface="Corbel" panose="020B0503020204020204"/>
                <a:cs typeface="Corbel" panose="020B0503020204020204"/>
                <a:sym typeface="Corbel" panose="020B0503020204020204"/>
              </a:defRPr>
            </a:lvl9pPr>
          </a:lstStyle>
          <a:p>
            <a:pPr marL="0" lvl="0" indent="0" algn="r" rtl="0">
              <a:spcBef>
                <a:spcPts val="0"/>
              </a:spcBef>
              <a:spcAft>
                <a:spcPts val="0"/>
              </a:spcAft>
              <a:buNone/>
            </a:pPr>
            <a:fld id="{00000000-1234-1234-1234-123412341234}" type="slidenum">
              <a:rPr lang="en-US"/>
            </a:fld>
            <a:endParaRPr sz="1400" b="0">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sldLayoutIdLst>
    <p:sldLayoutId id="2147483662"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574"/>
        <p:cNvGrpSpPr/>
        <p:nvPr/>
      </p:nvGrpSpPr>
      <p:grpSpPr>
        <a:xfrm>
          <a:off x="0" y="0"/>
          <a:ext cx="0" cy="0"/>
          <a:chOff x="0" y="0"/>
          <a:chExt cx="0" cy="0"/>
        </a:xfrm>
      </p:grpSpPr>
      <p:sp>
        <p:nvSpPr>
          <p:cNvPr id="575" name="Google Shape;575;p16"/>
          <p:cNvSpPr txBox="1"/>
          <p:nvPr/>
        </p:nvSpPr>
        <p:spPr>
          <a:xfrm>
            <a:off x="897255" y="7009130"/>
            <a:ext cx="7366000" cy="2209165"/>
          </a:xfrm>
          <a:prstGeom prst="rect">
            <a:avLst/>
          </a:prstGeom>
          <a:noFill/>
          <a:ln>
            <a:noFill/>
          </a:ln>
        </p:spPr>
        <p:txBody>
          <a:bodyPr spcFirstLastPara="1" wrap="square" lIns="0" tIns="0" rIns="0" bIns="0" anchor="t" anchorCtr="0">
            <a:noAutofit/>
          </a:bodyPr>
          <a:lstStyle/>
          <a:p>
            <a:pPr marL="0" marR="0" lvl="0" indent="0" algn="l" rtl="0">
              <a:lnSpc>
                <a:spcPct val="141000"/>
              </a:lnSpc>
              <a:spcBef>
                <a:spcPts val="0"/>
              </a:spcBef>
              <a:spcAft>
                <a:spcPts val="0"/>
              </a:spcAft>
              <a:buClr>
                <a:srgbClr val="051D40"/>
              </a:buClr>
              <a:buSzPts val="2700"/>
              <a:buFont typeface="Times New Roman" panose="02020603050405020304"/>
              <a:buNone/>
            </a:pPr>
            <a:r>
              <a:rPr lang="en-US" sz="2700" b="1" i="0" u="none" strike="noStrike" cap="none" dirty="0">
                <a:solidFill>
                  <a:srgbClr val="051D40"/>
                </a:solidFill>
                <a:latin typeface="Times New Roman" panose="02020603050405020304"/>
                <a:ea typeface="Times New Roman" panose="02020603050405020304"/>
                <a:cs typeface="Times New Roman" panose="02020603050405020304"/>
                <a:sym typeface="Times New Roman" panose="02020603050405020304"/>
              </a:rPr>
              <a:t>SUPERVISED BY</a:t>
            </a:r>
            <a:endParaRPr lang="en-US" sz="2700" b="1" i="0" u="none" strike="noStrike" cap="none" dirty="0">
              <a:solidFill>
                <a:srgbClr val="051D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41000"/>
              </a:lnSpc>
              <a:spcBef>
                <a:spcPts val="0"/>
              </a:spcBef>
              <a:spcAft>
                <a:spcPts val="0"/>
              </a:spcAft>
              <a:buClr>
                <a:srgbClr val="051D40"/>
              </a:buClr>
              <a:buSzPts val="2700"/>
              <a:buFont typeface="Times New Roman" panose="02020603050405020304"/>
              <a:buNone/>
            </a:pPr>
            <a:endParaRPr sz="2700" b="1" i="0" u="none" strike="noStrike" cap="none" dirty="0">
              <a:solidFill>
                <a:srgbClr val="051D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41000"/>
              </a:lnSpc>
              <a:spcBef>
                <a:spcPts val="0"/>
              </a:spcBef>
              <a:spcAft>
                <a:spcPts val="0"/>
              </a:spcAft>
              <a:buClr>
                <a:srgbClr val="051D40"/>
              </a:buClr>
              <a:buSzPts val="2700"/>
              <a:buFont typeface="Times New Roman" panose="02020603050405020304"/>
              <a:buNone/>
            </a:pPr>
            <a:r>
              <a:rPr lang="en-US" sz="2700" b="1" i="0" u="none" strike="noStrike" cap="none" dirty="0">
                <a:solidFill>
                  <a:srgbClr val="051D40"/>
                </a:solidFill>
                <a:latin typeface="Times New Roman" panose="02020603050405020304"/>
                <a:ea typeface="Times New Roman" panose="02020603050405020304"/>
                <a:cs typeface="Times New Roman" panose="02020603050405020304"/>
                <a:sym typeface="Times New Roman" panose="02020603050405020304"/>
              </a:rPr>
              <a:t>Dr. P. SANTHI</a:t>
            </a:r>
            <a:endParaRPr lang="en-US" sz="2700" b="1" i="0" u="none" strike="noStrike" cap="none" dirty="0">
              <a:solidFill>
                <a:srgbClr val="051D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41000"/>
              </a:lnSpc>
              <a:spcBef>
                <a:spcPts val="0"/>
              </a:spcBef>
              <a:spcAft>
                <a:spcPts val="0"/>
              </a:spcAft>
              <a:buClr>
                <a:srgbClr val="051D40"/>
              </a:buClr>
              <a:buSzPts val="2700"/>
              <a:buFont typeface="Times New Roman" panose="02020603050405020304"/>
              <a:buNone/>
            </a:pPr>
            <a:r>
              <a:rPr lang="en-US" altLang="en-US" sz="2700" b="1" i="0" u="none" strike="noStrike" cap="none" dirty="0">
                <a:solidFill>
                  <a:srgbClr val="051D40"/>
                </a:solidFill>
                <a:latin typeface="Times New Roman" panose="02020603050405020304"/>
                <a:ea typeface="Times New Roman" panose="02020603050405020304"/>
                <a:cs typeface="Times New Roman" panose="02020603050405020304"/>
                <a:sym typeface="Times New Roman" panose="02020603050405020304"/>
              </a:rPr>
              <a:t>Professor &amp; Head</a:t>
            </a:r>
            <a:r>
              <a:rPr lang="en-US" sz="2700" b="1" i="0" u="none" strike="noStrike" cap="none" dirty="0">
                <a:solidFill>
                  <a:srgbClr val="051D40"/>
                </a:solidFill>
                <a:latin typeface="Times New Roman" panose="02020603050405020304"/>
                <a:ea typeface="Times New Roman" panose="02020603050405020304"/>
                <a:cs typeface="Times New Roman" panose="02020603050405020304"/>
                <a:sym typeface="Times New Roman" panose="02020603050405020304"/>
              </a:rPr>
              <a:t>   </a:t>
            </a:r>
            <a:endParaRPr dirty="0"/>
          </a:p>
          <a:p>
            <a:pPr marL="0" marR="0" lvl="0" indent="0" algn="l" rtl="0">
              <a:lnSpc>
                <a:spcPct val="100000"/>
              </a:lnSpc>
              <a:spcBef>
                <a:spcPts val="0"/>
              </a:spcBef>
              <a:spcAft>
                <a:spcPts val="0"/>
              </a:spcAft>
              <a:buNone/>
            </a:pPr>
            <a:endParaRPr sz="2700" b="1" i="0" u="none" dirty="0">
              <a:solidFill>
                <a:srgbClr val="051D4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76" name="Google Shape;576;p16"/>
          <p:cNvSpPr txBox="1"/>
          <p:nvPr/>
        </p:nvSpPr>
        <p:spPr>
          <a:xfrm>
            <a:off x="3629675" y="2214697"/>
            <a:ext cx="11085600" cy="53860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51D40"/>
              </a:buClr>
              <a:buSzPts val="2500"/>
              <a:buFont typeface="Times New Roman" panose="02020603050405020304"/>
              <a:buNone/>
            </a:pPr>
            <a:r>
              <a:rPr lang="en-US" sz="2500" b="1" i="0" u="none" dirty="0">
                <a:solidFill>
                  <a:srgbClr val="051D40"/>
                </a:solidFill>
                <a:latin typeface="Times New Roman" panose="02020603050405020304"/>
                <a:ea typeface="Times New Roman" panose="02020603050405020304"/>
                <a:cs typeface="Times New Roman" panose="02020603050405020304"/>
                <a:sym typeface="Times New Roman" panose="02020603050405020304"/>
              </a:rPr>
              <a:t>DEPARTMENT OF ARTIFICIAL INTELLIGENCE AND DATA SCIENCE</a:t>
            </a:r>
            <a:endParaRPr dirty="0"/>
          </a:p>
        </p:txBody>
      </p:sp>
      <p:sp>
        <p:nvSpPr>
          <p:cNvPr id="577" name="Google Shape;577;p16"/>
          <p:cNvSpPr txBox="1"/>
          <p:nvPr/>
        </p:nvSpPr>
        <p:spPr>
          <a:xfrm>
            <a:off x="6209550" y="1609880"/>
            <a:ext cx="5868900" cy="4113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51D40"/>
              </a:buClr>
              <a:buSzPts val="2500"/>
              <a:buFont typeface="Times New Roman" panose="02020603050405020304"/>
              <a:buNone/>
            </a:pPr>
            <a:r>
              <a:rPr lang="en-US" sz="2500" b="1" i="0" u="none" dirty="0">
                <a:solidFill>
                  <a:srgbClr val="051D40"/>
                </a:solidFill>
                <a:latin typeface="Times New Roman" panose="02020603050405020304"/>
                <a:ea typeface="Times New Roman" panose="02020603050405020304"/>
                <a:cs typeface="Times New Roman" panose="02020603050405020304"/>
                <a:sym typeface="Times New Roman" panose="02020603050405020304"/>
              </a:rPr>
              <a:t>SCHOOL OF COMPUTING</a:t>
            </a:r>
            <a:endParaRPr dirty="0"/>
          </a:p>
        </p:txBody>
      </p:sp>
      <p:sp>
        <p:nvSpPr>
          <p:cNvPr id="578" name="Google Shape;578;p16"/>
          <p:cNvSpPr txBox="1"/>
          <p:nvPr/>
        </p:nvSpPr>
        <p:spPr>
          <a:xfrm>
            <a:off x="6558750" y="2846261"/>
            <a:ext cx="5519700" cy="509691"/>
          </a:xfrm>
          <a:prstGeom prst="rect">
            <a:avLst/>
          </a:prstGeom>
          <a:noFill/>
          <a:ln>
            <a:noFill/>
          </a:ln>
        </p:spPr>
        <p:txBody>
          <a:bodyPr spcFirstLastPara="1" wrap="square" lIns="0" tIns="0" rIns="0" bIns="0" anchor="t" anchorCtr="0">
            <a:spAutoFit/>
          </a:bodyPr>
          <a:lstStyle/>
          <a:p>
            <a:pPr marL="0" marR="0" lvl="0" indent="0" algn="l" rtl="0">
              <a:lnSpc>
                <a:spcPct val="138000"/>
              </a:lnSpc>
              <a:spcBef>
                <a:spcPts val="0"/>
              </a:spcBef>
              <a:spcAft>
                <a:spcPts val="0"/>
              </a:spcAft>
              <a:buClr>
                <a:srgbClr val="051D40"/>
              </a:buClr>
              <a:buSzPts val="2400"/>
              <a:buFont typeface="Times New Roman" panose="02020603050405020304"/>
              <a:buNone/>
            </a:pPr>
            <a:r>
              <a:rPr lang="en-US" sz="2400" b="1" i="0" u="none" dirty="0">
                <a:solidFill>
                  <a:srgbClr val="051D40"/>
                </a:solidFill>
                <a:latin typeface="Times New Roman" panose="02020603050405020304"/>
                <a:ea typeface="Times New Roman" panose="02020603050405020304"/>
                <a:cs typeface="Times New Roman" panose="02020603050405020304"/>
                <a:sym typeface="Times New Roman" panose="02020603050405020304"/>
              </a:rPr>
              <a:t>WINTER SEMESTER 2025-2026</a:t>
            </a:r>
            <a:endParaRPr dirty="0"/>
          </a:p>
        </p:txBody>
      </p:sp>
      <p:sp>
        <p:nvSpPr>
          <p:cNvPr id="579" name="Google Shape;579;p16"/>
          <p:cNvSpPr txBox="1"/>
          <p:nvPr/>
        </p:nvSpPr>
        <p:spPr>
          <a:xfrm>
            <a:off x="613500" y="3517728"/>
            <a:ext cx="16306800" cy="53860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51D40"/>
              </a:buClr>
              <a:buSzPts val="2500"/>
              <a:buFont typeface="Times New Roman" panose="02020603050405020304"/>
              <a:buNone/>
            </a:pPr>
            <a:r>
              <a:rPr lang="en-US" sz="2500" b="1" i="0" u="none" dirty="0">
                <a:solidFill>
                  <a:srgbClr val="051D40"/>
                </a:solidFill>
                <a:latin typeface="Times New Roman" panose="02020603050405020304"/>
                <a:ea typeface="Times New Roman" panose="02020603050405020304"/>
                <a:cs typeface="Times New Roman" panose="02020603050405020304"/>
                <a:sym typeface="Times New Roman" panose="02020603050405020304"/>
              </a:rPr>
              <a:t>10214AD701- MAJOR PROJECT INHOUSE</a:t>
            </a:r>
            <a:endParaRPr dirty="0"/>
          </a:p>
        </p:txBody>
      </p:sp>
      <p:sp>
        <p:nvSpPr>
          <p:cNvPr id="580" name="Google Shape;580;p16"/>
          <p:cNvSpPr txBox="1"/>
          <p:nvPr/>
        </p:nvSpPr>
        <p:spPr>
          <a:xfrm>
            <a:off x="10025062" y="7009446"/>
            <a:ext cx="7196138" cy="1823720"/>
          </a:xfrm>
          <a:prstGeom prst="rect">
            <a:avLst/>
          </a:prstGeom>
          <a:noFill/>
          <a:ln>
            <a:noFill/>
          </a:ln>
        </p:spPr>
        <p:txBody>
          <a:bodyPr spcFirstLastPara="1" wrap="square" lIns="0" tIns="0" rIns="0" bIns="0" anchor="t" anchorCtr="0">
            <a:spAutoFit/>
          </a:bodyPr>
          <a:lstStyle/>
          <a:p>
            <a:pPr marL="0" marR="0" lvl="0" indent="0" algn="ctr" rtl="0">
              <a:lnSpc>
                <a:spcPct val="138000"/>
              </a:lnSpc>
              <a:spcBef>
                <a:spcPts val="0"/>
              </a:spcBef>
              <a:spcAft>
                <a:spcPts val="0"/>
              </a:spcAft>
              <a:buClr>
                <a:srgbClr val="051D40"/>
              </a:buClr>
              <a:buSzPts val="2400"/>
              <a:buFont typeface="Times New Roman" panose="02020603050405020304"/>
              <a:buNone/>
            </a:pPr>
            <a:r>
              <a:rPr lang="en-US" sz="2400" b="1" i="0" u="none" dirty="0">
                <a:solidFill>
                  <a:srgbClr val="051D40"/>
                </a:solidFill>
                <a:latin typeface="Times New Roman" panose="02020603050405020304"/>
                <a:ea typeface="Times New Roman" panose="02020603050405020304"/>
                <a:cs typeface="Times New Roman" panose="02020603050405020304"/>
                <a:sym typeface="Times New Roman" panose="02020603050405020304"/>
              </a:rPr>
              <a:t>PRESENTED BY</a:t>
            </a:r>
            <a:endParaRPr dirty="0"/>
          </a:p>
          <a:p>
            <a:pPr marL="0" marR="0" lvl="0" indent="0" algn="l" rtl="0">
              <a:lnSpc>
                <a:spcPct val="138000"/>
              </a:lnSpc>
              <a:spcBef>
                <a:spcPts val="0"/>
              </a:spcBef>
              <a:spcAft>
                <a:spcPts val="0"/>
              </a:spcAft>
              <a:buClr>
                <a:srgbClr val="051D40"/>
              </a:buClr>
              <a:buSzPts val="2400"/>
              <a:buFont typeface="Times New Roman" panose="02020603050405020304"/>
              <a:buNone/>
            </a:pPr>
            <a:r>
              <a:rPr lang="en-US" sz="2400" b="1" i="0" u="none" dirty="0">
                <a:solidFill>
                  <a:srgbClr val="051D40"/>
                </a:solidFill>
                <a:latin typeface="Times New Roman" panose="02020603050405020304"/>
                <a:ea typeface="Times New Roman" panose="02020603050405020304"/>
                <a:cs typeface="Times New Roman" panose="02020603050405020304"/>
                <a:sym typeface="Times New Roman" panose="02020603050405020304"/>
              </a:rPr>
              <a:t>1. K. VENKATESH (VTU22271)(22UEAD0024)</a:t>
            </a:r>
            <a:endParaRPr dirty="0"/>
          </a:p>
          <a:p>
            <a:pPr marL="0" marR="0" lvl="0" indent="0" algn="l" rtl="0">
              <a:lnSpc>
                <a:spcPct val="138000"/>
              </a:lnSpc>
              <a:spcBef>
                <a:spcPts val="0"/>
              </a:spcBef>
              <a:spcAft>
                <a:spcPts val="0"/>
              </a:spcAft>
              <a:buClr>
                <a:srgbClr val="051D40"/>
              </a:buClr>
              <a:buSzPts val="2400"/>
              <a:buFont typeface="Times New Roman" panose="02020603050405020304"/>
              <a:buNone/>
            </a:pPr>
            <a:r>
              <a:rPr lang="en-US" sz="2400" b="1" i="0" u="none" dirty="0">
                <a:solidFill>
                  <a:srgbClr val="051D40"/>
                </a:solidFill>
                <a:latin typeface="Times New Roman" panose="02020603050405020304"/>
                <a:ea typeface="Times New Roman" panose="02020603050405020304"/>
                <a:cs typeface="Times New Roman" panose="02020603050405020304"/>
                <a:sym typeface="Times New Roman" panose="02020603050405020304"/>
              </a:rPr>
              <a:t>2. R. NARESH          (VTU22706)(22UEAD0070)</a:t>
            </a:r>
            <a:endParaRPr dirty="0"/>
          </a:p>
          <a:p>
            <a:pPr marL="0" marR="0" lvl="0" indent="0" algn="ctr" rtl="0">
              <a:lnSpc>
                <a:spcPct val="138000"/>
              </a:lnSpc>
              <a:spcBef>
                <a:spcPts val="0"/>
              </a:spcBef>
              <a:spcAft>
                <a:spcPts val="0"/>
              </a:spcAft>
              <a:buClr>
                <a:srgbClr val="051D40"/>
              </a:buClr>
              <a:buSzPts val="2400"/>
              <a:buFont typeface="Times New Roman" panose="02020603050405020304"/>
              <a:buNone/>
            </a:pPr>
            <a:endParaRPr dirty="0"/>
          </a:p>
        </p:txBody>
      </p:sp>
      <p:sp>
        <p:nvSpPr>
          <p:cNvPr id="582" name="Google Shape;582;p16"/>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Times New Roman" panose="02020603050405020304"/>
              <a:buNone/>
            </a:pPr>
            <a:fld id="{00000000-1234-1234-1234-123412341234}" type="slidenum">
              <a:rPr lang="en-US" sz="1800" b="1" i="0" u="none">
                <a:solidFill>
                  <a:schemeClr val="accent1"/>
                </a:solidFill>
                <a:latin typeface="Times New Roman" panose="02020603050405020304"/>
                <a:ea typeface="Times New Roman" panose="02020603050405020304"/>
                <a:cs typeface="Times New Roman" panose="02020603050405020304"/>
                <a:sym typeface="Times New Roman" panose="02020603050405020304"/>
              </a:rPr>
            </a:fld>
            <a:endParaRPr lang="en-US" sz="1800" b="1" i="0" u="none">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83"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panose="02020603050405020304"/>
              <a:buNone/>
            </a:pPr>
            <a:r>
              <a:rPr lang="en-US" sz="1600" b="0" i="0" u="none" dirty="0">
                <a:solidFill>
                  <a:srgbClr val="7F7F7F"/>
                </a:solidFill>
                <a:latin typeface="Times New Roman" panose="02020603050405020304"/>
                <a:ea typeface="Times New Roman" panose="02020603050405020304"/>
                <a:cs typeface="Times New Roman" panose="02020603050405020304"/>
                <a:sym typeface="Times New Roman" panose="02020603050405020304"/>
              </a:rPr>
              <a:t>BATCH NO : 03                 DEPARTMENT OF ARTIFICIAL INTELLIGENCE AND DATA SCIENCE</a:t>
            </a:r>
            <a:endParaRPr dirty="0"/>
          </a:p>
        </p:txBody>
      </p:sp>
      <p:sp>
        <p:nvSpPr>
          <p:cNvPr id="584" name="Google Shape;584;p16"/>
          <p:cNvSpPr txBox="1"/>
          <p:nvPr/>
        </p:nvSpPr>
        <p:spPr>
          <a:xfrm>
            <a:off x="1817575" y="5860429"/>
            <a:ext cx="14133600" cy="875304"/>
          </a:xfrm>
          <a:prstGeom prst="rect">
            <a:avLst/>
          </a:prstGeom>
          <a:noFill/>
          <a:ln>
            <a:noFill/>
          </a:ln>
        </p:spPr>
        <p:txBody>
          <a:bodyPr spcFirstLastPara="1" wrap="square" lIns="0" tIns="0" rIns="0" bIns="0" anchor="t" anchorCtr="0">
            <a:spAutoFit/>
          </a:bodyPr>
          <a:lstStyle/>
          <a:p>
            <a:pPr marL="0" marR="0" lvl="0" indent="0" algn="ctr" rtl="0">
              <a:lnSpc>
                <a:spcPct val="158000"/>
              </a:lnSpc>
              <a:spcBef>
                <a:spcPts val="0"/>
              </a:spcBef>
              <a:spcAft>
                <a:spcPts val="0"/>
              </a:spcAft>
              <a:buClr>
                <a:srgbClr val="000000"/>
              </a:buClr>
              <a:buSzPts val="3600"/>
              <a:buFont typeface="Times New Roman" panose="02020603050405020304"/>
              <a:buNone/>
            </a:pPr>
            <a:r>
              <a:rPr lang="en-US" sz="3600" b="1" dirty="0">
                <a:latin typeface="Times New Roman" panose="02020603050405020304"/>
                <a:cs typeface="Times New Roman" panose="02020603050405020304"/>
                <a:sym typeface="Times New Roman" panose="02020603050405020304"/>
              </a:rPr>
              <a:t>SEMESTER END REVIEW</a:t>
            </a:r>
            <a:endParaRPr dirty="0"/>
          </a:p>
        </p:txBody>
      </p:sp>
      <p:sp>
        <p:nvSpPr>
          <p:cNvPr id="585" name="Google Shape;585;p16"/>
          <p:cNvSpPr txBox="1"/>
          <p:nvPr/>
        </p:nvSpPr>
        <p:spPr>
          <a:xfrm>
            <a:off x="0" y="4070350"/>
            <a:ext cx="18288635" cy="1905000"/>
          </a:xfrm>
          <a:prstGeom prst="rect">
            <a:avLst/>
          </a:prstGeom>
          <a:noFill/>
          <a:ln>
            <a:noFill/>
          </a:ln>
        </p:spPr>
        <p:txBody>
          <a:bodyPr spcFirstLastPara="1" wrap="square" lIns="91425" tIns="45700" rIns="91425" bIns="45700" anchor="t" anchorCtr="0">
            <a:noAutofit/>
          </a:bodyPr>
          <a:lstStyle/>
          <a:p>
            <a:pPr marL="0" marR="0" lvl="0" indent="0" algn="ctr" rtl="0">
              <a:lnSpc>
                <a:spcPct val="139000"/>
              </a:lnSpc>
              <a:spcBef>
                <a:spcPts val="0"/>
              </a:spcBef>
              <a:spcAft>
                <a:spcPts val="0"/>
              </a:spcAft>
              <a:buClr>
                <a:srgbClr val="051D40"/>
              </a:buClr>
              <a:buSzPts val="4100"/>
              <a:buFont typeface="Times New Roman" panose="02020603050405020304"/>
              <a:buNone/>
            </a:pPr>
            <a:r>
              <a:rPr lang="en-US" sz="4100" b="1" i="0" u="none" dirty="0">
                <a:solidFill>
                  <a:srgbClr val="051D40"/>
                </a:solidFill>
                <a:latin typeface="Times New Roman" panose="02020603050405020304"/>
                <a:ea typeface="Times New Roman" panose="02020603050405020304"/>
                <a:cs typeface="Times New Roman" panose="02020603050405020304"/>
                <a:sym typeface="Times New Roman" panose="02020603050405020304"/>
              </a:rPr>
              <a:t>“</a:t>
            </a:r>
            <a:r>
              <a:rPr lang="en-US" altLang="en-US" sz="4100" b="1" i="0" u="none" dirty="0">
                <a:solidFill>
                  <a:srgbClr val="051D40"/>
                </a:solidFill>
                <a:latin typeface="Times New Roman" panose="02020603050405020304"/>
                <a:ea typeface="Times New Roman" panose="02020603050405020304"/>
                <a:cs typeface="Times New Roman" panose="02020603050405020304"/>
                <a:sym typeface="Times New Roman" panose="02020603050405020304"/>
              </a:rPr>
              <a:t>SPATIOTEMPORAL TRAFFIC PREDICTION AND</a:t>
            </a:r>
            <a:endParaRPr lang="en-US" altLang="en-US" sz="4100" b="1" i="0" u="none" dirty="0">
              <a:solidFill>
                <a:srgbClr val="051D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39000"/>
              </a:lnSpc>
              <a:spcBef>
                <a:spcPts val="0"/>
              </a:spcBef>
              <a:spcAft>
                <a:spcPts val="0"/>
              </a:spcAft>
              <a:buClr>
                <a:srgbClr val="051D40"/>
              </a:buClr>
              <a:buSzPts val="4100"/>
              <a:buFont typeface="Times New Roman" panose="02020603050405020304"/>
              <a:buNone/>
            </a:pPr>
            <a:r>
              <a:rPr lang="en-US" altLang="en-US" sz="4100" b="1" i="0" u="none" dirty="0">
                <a:solidFill>
                  <a:srgbClr val="051D40"/>
                </a:solidFill>
                <a:latin typeface="Times New Roman" panose="02020603050405020304"/>
                <a:ea typeface="Times New Roman" panose="02020603050405020304"/>
                <a:cs typeface="Times New Roman" panose="02020603050405020304"/>
                <a:sym typeface="Times New Roman" panose="02020603050405020304"/>
              </a:rPr>
              <a:t>RECOMMENDATION USING CTNS</a:t>
            </a:r>
            <a:r>
              <a:rPr lang="en-US" sz="4100" b="1" i="0" u="none" dirty="0">
                <a:solidFill>
                  <a:srgbClr val="051D40"/>
                </a:solidFill>
                <a:latin typeface="Times New Roman" panose="02020603050405020304"/>
                <a:ea typeface="Times New Roman" panose="02020603050405020304"/>
                <a:cs typeface="Times New Roman" panose="02020603050405020304"/>
                <a:sym typeface="Times New Roman" panose="02020603050405020304"/>
              </a:rPr>
              <a:t>”</a:t>
            </a:r>
            <a:endParaRPr dirty="0"/>
          </a:p>
        </p:txBody>
      </p:sp>
      <p:pic>
        <p:nvPicPr>
          <p:cNvPr id="2" name="Picture 1"/>
          <p:cNvPicPr>
            <a:picLocks noChangeAspect="1"/>
          </p:cNvPicPr>
          <p:nvPr/>
        </p:nvPicPr>
        <p:blipFill>
          <a:blip r:embed="rId1"/>
          <a:stretch>
            <a:fillRect/>
          </a:stretch>
        </p:blipFill>
        <p:spPr>
          <a:xfrm>
            <a:off x="6353241" y="154093"/>
            <a:ext cx="4419468" cy="134275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590"/>
        <p:cNvGrpSpPr/>
        <p:nvPr/>
      </p:nvGrpSpPr>
      <p:grpSpPr>
        <a:xfrm>
          <a:off x="0" y="0"/>
          <a:ext cx="0" cy="0"/>
          <a:chOff x="0" y="0"/>
          <a:chExt cx="0" cy="0"/>
        </a:xfrm>
      </p:grpSpPr>
      <p:sp>
        <p:nvSpPr>
          <p:cNvPr id="591" name="Google Shape;591;p17"/>
          <p:cNvSpPr txBox="1"/>
          <p:nvPr/>
        </p:nvSpPr>
        <p:spPr>
          <a:xfrm>
            <a:off x="6705600" y="-15875"/>
            <a:ext cx="4572000" cy="1103630"/>
          </a:xfrm>
          <a:prstGeom prst="rect">
            <a:avLst/>
          </a:prstGeom>
          <a:noFill/>
          <a:ln>
            <a:noFill/>
          </a:ln>
        </p:spPr>
        <p:txBody>
          <a:bodyPr spcFirstLastPara="1" wrap="square" lIns="0" tIns="0" rIns="0" bIns="0" anchor="t" anchorCtr="0">
            <a:spAutoFit/>
          </a:bodyPr>
          <a:lstStyle/>
          <a:p>
            <a:pPr marL="0" marR="0" lvl="0" indent="0" algn="ctr" rtl="0">
              <a:lnSpc>
                <a:spcPct val="138000"/>
              </a:lnSpc>
              <a:spcBef>
                <a:spcPts val="0"/>
              </a:spcBef>
              <a:spcAft>
                <a:spcPts val="0"/>
              </a:spcAft>
              <a:buClr>
                <a:srgbClr val="000000"/>
              </a:buClr>
              <a:buSzPts val="5200"/>
              <a:buFont typeface="Open Sans ExtraBold"/>
              <a:buNone/>
            </a:pPr>
            <a:r>
              <a:rPr lang="en-US" sz="5200" b="1" i="0" u="none">
                <a:solidFill>
                  <a:srgbClr val="000000"/>
                </a:solidFill>
                <a:latin typeface="Times New Roman" panose="02020603050405020304" charset="0"/>
                <a:ea typeface="Open Sans ExtraBold"/>
                <a:cs typeface="Times New Roman" panose="02020603050405020304" charset="0"/>
                <a:sym typeface="Open Sans ExtraBold"/>
              </a:rPr>
              <a:t>CONTENT</a:t>
            </a:r>
            <a:endParaRPr lang="en-US" sz="5200" b="1" i="0" u="none">
              <a:solidFill>
                <a:srgbClr val="000000"/>
              </a:solidFill>
              <a:latin typeface="Times New Roman" panose="02020603050405020304" charset="0"/>
              <a:ea typeface="Open Sans ExtraBold"/>
              <a:cs typeface="Times New Roman" panose="02020603050405020304" charset="0"/>
              <a:sym typeface="Open Sans ExtraBold"/>
            </a:endParaRPr>
          </a:p>
        </p:txBody>
      </p:sp>
      <p:sp>
        <p:nvSpPr>
          <p:cNvPr id="592" name="Google Shape;592;p17"/>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panose="020B0503020204020204"/>
              <a:buNone/>
            </a:pPr>
            <a:endParaRPr lang="en-US" sz="1600" b="0" i="0" u="none">
              <a:solidFill>
                <a:srgbClr val="7F7F7F"/>
              </a:solidFill>
              <a:latin typeface="Times New Roman" panose="02020603050405020304" charset="0"/>
              <a:ea typeface="Corbel" panose="020B0503020204020204"/>
              <a:cs typeface="Times New Roman" panose="02020603050405020304" charset="0"/>
              <a:sym typeface="Corbel" panose="020B0503020204020204"/>
            </a:endParaRPr>
          </a:p>
        </p:txBody>
      </p:sp>
      <p:sp>
        <p:nvSpPr>
          <p:cNvPr id="593" name="Google Shape;593;p17"/>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panose="020B0503020204020204"/>
              <a:buNone/>
            </a:pPr>
            <a:fld id="{00000000-1234-1234-1234-123412341234}" type="slidenum">
              <a:rPr lang="en-US" sz="1800" b="1" i="0" u="none">
                <a:solidFill>
                  <a:schemeClr val="accent1"/>
                </a:solidFill>
                <a:latin typeface="Corbel" panose="020B0503020204020204"/>
                <a:ea typeface="Corbel" panose="020B0503020204020204"/>
                <a:cs typeface="Corbel" panose="020B0503020204020204"/>
                <a:sym typeface="Corbel" panose="020B0503020204020204"/>
              </a:rPr>
            </a:fld>
            <a:endParaRPr lang="en-US" sz="1800" b="1" i="0" u="none">
              <a:solidFill>
                <a:schemeClr val="accent1"/>
              </a:solidFill>
              <a:latin typeface="Corbel" panose="020B0503020204020204"/>
              <a:ea typeface="Corbel" panose="020B0503020204020204"/>
              <a:cs typeface="Corbel" panose="020B0503020204020204"/>
              <a:sym typeface="Corbel" panose="020B0503020204020204"/>
            </a:endParaRPr>
          </a:p>
        </p:txBody>
      </p:sp>
      <p:sp>
        <p:nvSpPr>
          <p:cNvPr id="595" name="Google Shape;595;p17"/>
          <p:cNvSpPr txBox="1"/>
          <p:nvPr/>
        </p:nvSpPr>
        <p:spPr>
          <a:xfrm>
            <a:off x="627785" y="1275155"/>
            <a:ext cx="15138689" cy="74764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orbel" panose="020B0503020204020204"/>
              <a:buNone/>
            </a:pPr>
            <a:endParaRPr sz="2400" b="1" i="0" u="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152400" algn="l" rtl="0">
              <a:lnSpc>
                <a:spcPct val="100000"/>
              </a:lnSpc>
              <a:spcBef>
                <a:spcPts val="0"/>
              </a:spcBef>
              <a:spcAft>
                <a:spcPts val="0"/>
              </a:spcAft>
              <a:buClr>
                <a:schemeClr val="dk1"/>
              </a:buClr>
              <a:buSzPts val="2400"/>
              <a:buFont typeface="Arial" panose="020B0604020202020204"/>
              <a:buChar char="•"/>
            </a:pPr>
            <a:r>
              <a:rPr lang="en-US" sz="24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rPr>
              <a:t>Introduction</a:t>
            </a:r>
            <a:endParaRPr dirty="0">
              <a:latin typeface="Times New Roman" panose="02020603050405020304" charset="0"/>
              <a:cs typeface="Times New Roman" panose="02020603050405020304" charset="0"/>
            </a:endParaRPr>
          </a:p>
          <a:p>
            <a:pPr marL="0" marR="0" lvl="0" indent="-152400" algn="l" rtl="0">
              <a:lnSpc>
                <a:spcPct val="100000"/>
              </a:lnSpc>
              <a:spcBef>
                <a:spcPts val="0"/>
              </a:spcBef>
              <a:spcAft>
                <a:spcPts val="0"/>
              </a:spcAft>
              <a:buClr>
                <a:schemeClr val="dk1"/>
              </a:buClr>
              <a:buSzPts val="2400"/>
              <a:buFont typeface="Arial" panose="020B0604020202020204"/>
              <a:buChar char="•"/>
            </a:pPr>
            <a:r>
              <a:rPr lang="en-US" sz="24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rPr>
              <a:t>Objective of the Project</a:t>
            </a:r>
            <a:endParaRPr dirty="0">
              <a:latin typeface="Times New Roman" panose="02020603050405020304" charset="0"/>
              <a:cs typeface="Times New Roman" panose="02020603050405020304" charset="0"/>
            </a:endParaRPr>
          </a:p>
          <a:p>
            <a:pPr marL="0" marR="0" lvl="0" indent="-152400" algn="l" rtl="0">
              <a:lnSpc>
                <a:spcPct val="100000"/>
              </a:lnSpc>
              <a:spcBef>
                <a:spcPts val="0"/>
              </a:spcBef>
              <a:spcAft>
                <a:spcPts val="0"/>
              </a:spcAft>
              <a:buClr>
                <a:schemeClr val="dk1"/>
              </a:buClr>
              <a:buSzPts val="2400"/>
              <a:buFont typeface="Arial" panose="020B0604020202020204"/>
              <a:buChar char="•"/>
            </a:pPr>
            <a:r>
              <a:rPr lang="en-US" sz="24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rPr>
              <a:t>Literature Review / Existing System</a:t>
            </a:r>
            <a:endParaRPr dirty="0">
              <a:latin typeface="Times New Roman" panose="02020603050405020304" charset="0"/>
              <a:cs typeface="Times New Roman" panose="02020603050405020304" charset="0"/>
            </a:endParaRPr>
          </a:p>
          <a:p>
            <a:pPr marL="0" marR="0" lvl="0" indent="-152400" algn="l" rtl="0">
              <a:lnSpc>
                <a:spcPct val="100000"/>
              </a:lnSpc>
              <a:spcBef>
                <a:spcPts val="0"/>
              </a:spcBef>
              <a:spcAft>
                <a:spcPts val="0"/>
              </a:spcAft>
              <a:buClr>
                <a:schemeClr val="dk1"/>
              </a:buClr>
              <a:buSzPts val="2400"/>
              <a:buFont typeface="Arial" panose="020B0604020202020204"/>
              <a:buChar char="•"/>
            </a:pPr>
            <a:r>
              <a:rPr lang="en-US" sz="24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rPr>
              <a:t>Literature Review Summary</a:t>
            </a:r>
            <a:endParaRPr dirty="0">
              <a:latin typeface="Times New Roman" panose="02020603050405020304" charset="0"/>
              <a:cs typeface="Times New Roman" panose="02020603050405020304" charset="0"/>
            </a:endParaRPr>
          </a:p>
          <a:p>
            <a:pPr marL="0" marR="0" lvl="0" indent="-152400" algn="l" rtl="0">
              <a:lnSpc>
                <a:spcPct val="100000"/>
              </a:lnSpc>
              <a:spcBef>
                <a:spcPts val="0"/>
              </a:spcBef>
              <a:spcAft>
                <a:spcPts val="0"/>
              </a:spcAft>
              <a:buClr>
                <a:schemeClr val="dk1"/>
              </a:buClr>
              <a:buSzPts val="2400"/>
              <a:buFont typeface="Arial" panose="020B0604020202020204"/>
              <a:buChar char="•"/>
            </a:pPr>
            <a:r>
              <a:rPr lang="en-US" sz="24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rPr>
              <a:t>Proposed System</a:t>
            </a:r>
            <a:endParaRPr dirty="0">
              <a:latin typeface="Times New Roman" panose="02020603050405020304" charset="0"/>
              <a:cs typeface="Times New Roman" panose="02020603050405020304" charset="0"/>
            </a:endParaRPr>
          </a:p>
          <a:p>
            <a:pPr marL="0" marR="0" lvl="0" indent="-152400" algn="l" rtl="0">
              <a:lnSpc>
                <a:spcPct val="100000"/>
              </a:lnSpc>
              <a:spcBef>
                <a:spcPts val="0"/>
              </a:spcBef>
              <a:spcAft>
                <a:spcPts val="0"/>
              </a:spcAft>
              <a:buClr>
                <a:schemeClr val="dk1"/>
              </a:buClr>
              <a:buSzPts val="2400"/>
              <a:buFont typeface="Arial" panose="020B0604020202020204"/>
              <a:buChar char="•"/>
            </a:pPr>
            <a:r>
              <a:rPr lang="en-US" sz="24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rPr>
              <a:t>Methodology / Architecture</a:t>
            </a:r>
            <a:endParaRPr dirty="0">
              <a:latin typeface="Times New Roman" panose="02020603050405020304" charset="0"/>
              <a:cs typeface="Times New Roman" panose="02020603050405020304" charset="0"/>
            </a:endParaRPr>
          </a:p>
          <a:p>
            <a:pPr marL="0" marR="0" lvl="0" indent="-152400" algn="l" rtl="0">
              <a:lnSpc>
                <a:spcPct val="100000"/>
              </a:lnSpc>
              <a:spcBef>
                <a:spcPts val="0"/>
              </a:spcBef>
              <a:spcAft>
                <a:spcPts val="0"/>
              </a:spcAft>
              <a:buClr>
                <a:schemeClr val="dk1"/>
              </a:buClr>
              <a:buSzPts val="2400"/>
              <a:buFont typeface="Arial" panose="020B0604020202020204"/>
              <a:buChar char="•"/>
            </a:pPr>
            <a:r>
              <a:rPr lang="en-US" sz="24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rPr>
              <a:t>Algorithm with Description</a:t>
            </a:r>
            <a:endParaRPr sz="24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152400" algn="l" rtl="0">
              <a:lnSpc>
                <a:spcPct val="100000"/>
              </a:lnSpc>
              <a:spcBef>
                <a:spcPts val="0"/>
              </a:spcBef>
              <a:spcAft>
                <a:spcPts val="0"/>
              </a:spcAft>
              <a:buClr>
                <a:schemeClr val="dk1"/>
              </a:buClr>
              <a:buSzPts val="2400"/>
              <a:buFont typeface="Arial" panose="020B0604020202020204"/>
              <a:buChar char="•"/>
            </a:pPr>
            <a:r>
              <a:rPr lang="en-US" sz="24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rPr>
              <a:t>Implementation</a:t>
            </a:r>
            <a:endParaRPr sz="24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152400" algn="l" rtl="0">
              <a:lnSpc>
                <a:spcPct val="100000"/>
              </a:lnSpc>
              <a:spcBef>
                <a:spcPts val="0"/>
              </a:spcBef>
              <a:spcAft>
                <a:spcPts val="0"/>
              </a:spcAft>
              <a:buClr>
                <a:schemeClr val="dk1"/>
              </a:buClr>
              <a:buSzPts val="2400"/>
              <a:buFont typeface="Arial" panose="020B0604020202020204"/>
              <a:buChar char="•"/>
            </a:pPr>
            <a:r>
              <a:rPr lang="en-US" sz="24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rPr>
              <a:t>Testing &amp; Validation</a:t>
            </a:r>
            <a:endParaRPr sz="24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152400" algn="l" rtl="0">
              <a:lnSpc>
                <a:spcPct val="100000"/>
              </a:lnSpc>
              <a:spcBef>
                <a:spcPts val="0"/>
              </a:spcBef>
              <a:spcAft>
                <a:spcPts val="0"/>
              </a:spcAft>
              <a:buClr>
                <a:schemeClr val="dk1"/>
              </a:buClr>
              <a:buSzPts val="2400"/>
              <a:buFont typeface="Arial" panose="020B0604020202020204"/>
              <a:buChar char="•"/>
            </a:pPr>
            <a:r>
              <a:rPr lang="en-US" sz="24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rPr>
              <a:t>Results &amp; Analysis</a:t>
            </a:r>
            <a:endParaRPr dirty="0">
              <a:latin typeface="Times New Roman" panose="02020603050405020304" charset="0"/>
              <a:cs typeface="Times New Roman" panose="02020603050405020304" charset="0"/>
            </a:endParaRPr>
          </a:p>
          <a:p>
            <a:pPr marL="0" marR="0" lvl="0" indent="-152400" algn="l" rtl="0">
              <a:lnSpc>
                <a:spcPct val="100000"/>
              </a:lnSpc>
              <a:spcBef>
                <a:spcPts val="0"/>
              </a:spcBef>
              <a:spcAft>
                <a:spcPts val="0"/>
              </a:spcAft>
              <a:buClr>
                <a:schemeClr val="dk1"/>
              </a:buClr>
              <a:buSzPts val="2400"/>
              <a:buFont typeface="Arial" panose="020B0604020202020204"/>
              <a:buChar char="•"/>
            </a:pPr>
            <a:r>
              <a:rPr lang="en-US" sz="24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rPr>
              <a:t>Sustainable Development Goals(SDG)</a:t>
            </a:r>
            <a:endParaRPr sz="24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152400" algn="l" rtl="0">
              <a:lnSpc>
                <a:spcPct val="100000"/>
              </a:lnSpc>
              <a:spcBef>
                <a:spcPts val="0"/>
              </a:spcBef>
              <a:spcAft>
                <a:spcPts val="0"/>
              </a:spcAft>
              <a:buClr>
                <a:schemeClr val="dk1"/>
              </a:buClr>
              <a:buSzPts val="2400"/>
              <a:buFont typeface="Arial" panose="020B0604020202020204"/>
              <a:buChar char="•"/>
            </a:pPr>
            <a:r>
              <a:rPr lang="en-US" sz="24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rPr>
              <a:t>Demonstration/Prototype Showcase</a:t>
            </a:r>
            <a:endParaRPr sz="24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152400" algn="l" rtl="0">
              <a:lnSpc>
                <a:spcPct val="100000"/>
              </a:lnSpc>
              <a:spcBef>
                <a:spcPts val="0"/>
              </a:spcBef>
              <a:spcAft>
                <a:spcPts val="0"/>
              </a:spcAft>
              <a:buClr>
                <a:schemeClr val="dk1"/>
              </a:buClr>
              <a:buSzPts val="2400"/>
              <a:buFont typeface="Arial" panose="020B0604020202020204"/>
              <a:buChar char="•"/>
            </a:pPr>
            <a:r>
              <a:rPr lang="en-US" sz="24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rPr>
              <a:t>Challenges Encountered &amp; Solutions</a:t>
            </a:r>
            <a:endParaRPr sz="24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152400" algn="l" rtl="0">
              <a:lnSpc>
                <a:spcPct val="100000"/>
              </a:lnSpc>
              <a:spcBef>
                <a:spcPts val="0"/>
              </a:spcBef>
              <a:spcAft>
                <a:spcPts val="0"/>
              </a:spcAft>
              <a:buClr>
                <a:schemeClr val="dk1"/>
              </a:buClr>
              <a:buSzPts val="2400"/>
              <a:buFont typeface="Arial" panose="020B0604020202020204"/>
              <a:buChar char="•"/>
            </a:pPr>
            <a:r>
              <a:rPr lang="en-US" sz="24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rPr>
              <a:t>Advantages</a:t>
            </a:r>
            <a:endParaRPr dirty="0">
              <a:latin typeface="Times New Roman" panose="02020603050405020304" charset="0"/>
              <a:cs typeface="Times New Roman" panose="02020603050405020304" charset="0"/>
            </a:endParaRPr>
          </a:p>
          <a:p>
            <a:pPr marL="0" marR="0" lvl="0" indent="-152400" algn="l" rtl="0">
              <a:lnSpc>
                <a:spcPct val="100000"/>
              </a:lnSpc>
              <a:spcBef>
                <a:spcPts val="0"/>
              </a:spcBef>
              <a:spcAft>
                <a:spcPts val="0"/>
              </a:spcAft>
              <a:buClr>
                <a:schemeClr val="dk1"/>
              </a:buClr>
              <a:buSzPts val="2400"/>
              <a:buFont typeface="Arial" panose="020B0604020202020204"/>
              <a:buChar char="•"/>
            </a:pPr>
            <a:r>
              <a:rPr lang="en-US" sz="24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rPr>
              <a:t>Limitations &amp; Future Scope</a:t>
            </a:r>
            <a:endParaRPr dirty="0">
              <a:latin typeface="Times New Roman" panose="02020603050405020304" charset="0"/>
              <a:cs typeface="Times New Roman" panose="02020603050405020304" charset="0"/>
            </a:endParaRPr>
          </a:p>
          <a:p>
            <a:pPr marL="0" marR="0" lvl="0" indent="-152400" algn="l" rtl="0">
              <a:lnSpc>
                <a:spcPct val="100000"/>
              </a:lnSpc>
              <a:spcBef>
                <a:spcPts val="0"/>
              </a:spcBef>
              <a:spcAft>
                <a:spcPts val="0"/>
              </a:spcAft>
              <a:buClr>
                <a:schemeClr val="dk1"/>
              </a:buClr>
              <a:buSzPts val="2400"/>
              <a:buFont typeface="Arial" panose="020B0604020202020204"/>
              <a:buChar char="•"/>
            </a:pPr>
            <a:r>
              <a:rPr lang="en-US" sz="24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rPr>
              <a:t>Conclusion</a:t>
            </a:r>
            <a:endParaRPr dirty="0">
              <a:latin typeface="Times New Roman" panose="02020603050405020304" charset="0"/>
              <a:cs typeface="Times New Roman" panose="02020603050405020304" charset="0"/>
            </a:endParaRPr>
          </a:p>
          <a:p>
            <a:pPr marL="0" marR="0" lvl="0" indent="-152400" algn="l" rtl="0">
              <a:lnSpc>
                <a:spcPct val="100000"/>
              </a:lnSpc>
              <a:spcBef>
                <a:spcPts val="0"/>
              </a:spcBef>
              <a:spcAft>
                <a:spcPts val="0"/>
              </a:spcAft>
              <a:buClr>
                <a:schemeClr val="dk1"/>
              </a:buClr>
              <a:buSzPts val="2400"/>
              <a:buFont typeface="Arial" panose="020B0604020202020204"/>
              <a:buChar char="•"/>
            </a:pPr>
            <a:r>
              <a:rPr lang="en-US" sz="24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rPr>
              <a:t>YouTube Demonstration Video URL &amp; GitHub Link</a:t>
            </a:r>
            <a:endParaRPr dirty="0">
              <a:latin typeface="Times New Roman" panose="02020603050405020304" charset="0"/>
              <a:cs typeface="Times New Roman" panose="02020603050405020304" charset="0"/>
            </a:endParaRPr>
          </a:p>
          <a:p>
            <a:pPr marL="0" marR="0" lvl="0" indent="-152400" algn="l" rtl="0">
              <a:lnSpc>
                <a:spcPct val="100000"/>
              </a:lnSpc>
              <a:spcBef>
                <a:spcPts val="0"/>
              </a:spcBef>
              <a:spcAft>
                <a:spcPts val="0"/>
              </a:spcAft>
              <a:buClr>
                <a:schemeClr val="dk1"/>
              </a:buClr>
              <a:buSzPts val="2400"/>
              <a:buFont typeface="Arial" panose="020B0604020202020204"/>
              <a:buChar char="•"/>
            </a:pPr>
            <a:r>
              <a:rPr lang="en-US" sz="24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rPr>
              <a:t>Placement offer letter /Internship offer letter/Completion certificate</a:t>
            </a:r>
            <a:endParaRPr dirty="0">
              <a:latin typeface="Times New Roman" panose="02020603050405020304" charset="0"/>
              <a:cs typeface="Times New Roman" panose="02020603050405020304" charset="0"/>
            </a:endParaRPr>
          </a:p>
          <a:p>
            <a:pPr marL="0" marR="0" lvl="0" indent="-152400" algn="l" rtl="0">
              <a:lnSpc>
                <a:spcPct val="100000"/>
              </a:lnSpc>
              <a:spcBef>
                <a:spcPts val="0"/>
              </a:spcBef>
              <a:spcAft>
                <a:spcPts val="0"/>
              </a:spcAft>
              <a:buClr>
                <a:schemeClr val="dk1"/>
              </a:buClr>
              <a:buSzPts val="2400"/>
              <a:buFont typeface="Arial" panose="020B0604020202020204"/>
              <a:buChar char="•"/>
            </a:pPr>
            <a:r>
              <a:rPr lang="en-US" sz="24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rPr>
              <a:t>References</a:t>
            </a:r>
            <a:endParaRPr dirty="0">
              <a:latin typeface="Times New Roman" panose="02020603050405020304" charset="0"/>
              <a:cs typeface="Times New Roman" panose="02020603050405020304" charset="0"/>
            </a:endParaRPr>
          </a:p>
        </p:txBody>
      </p:sp>
      <p:sp>
        <p:nvSpPr>
          <p:cNvPr id="3"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panose="02020603050405020304"/>
              <a:buNone/>
            </a:pPr>
            <a:r>
              <a:rPr lang="en-US" sz="1600" b="0" i="0" u="none" dirty="0">
                <a:solidFill>
                  <a:srgbClr val="7F7F7F"/>
                </a:solidFill>
                <a:latin typeface="Times New Roman" panose="02020603050405020304"/>
                <a:ea typeface="Times New Roman" panose="02020603050405020304"/>
                <a:cs typeface="Times New Roman" panose="02020603050405020304"/>
                <a:sym typeface="Times New Roman" panose="02020603050405020304"/>
              </a:rPr>
              <a:t>BATCH NO : 03                 DEPARTMENT OF ARTIFICIAL INTELLIGENCE AND DATA SCIENCE</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599"/>
        <p:cNvGrpSpPr/>
        <p:nvPr/>
      </p:nvGrpSpPr>
      <p:grpSpPr>
        <a:xfrm>
          <a:off x="0" y="0"/>
          <a:ext cx="0" cy="0"/>
          <a:chOff x="0" y="0"/>
          <a:chExt cx="0" cy="0"/>
        </a:xfrm>
      </p:grpSpPr>
      <p:sp>
        <p:nvSpPr>
          <p:cNvPr id="600" name="Google Shape;600;p18"/>
          <p:cNvSpPr txBox="1"/>
          <p:nvPr/>
        </p:nvSpPr>
        <p:spPr>
          <a:xfrm>
            <a:off x="1752600" y="342900"/>
            <a:ext cx="12496800" cy="676910"/>
          </a:xfrm>
          <a:prstGeom prst="rect">
            <a:avLst/>
          </a:prstGeom>
          <a:noFill/>
          <a:ln>
            <a:noFill/>
          </a:ln>
        </p:spPr>
        <p:txBody>
          <a:bodyPr spcFirstLastPara="1" wrap="square" lIns="0" tIns="0" rIns="0" bIns="0" anchor="t" anchorCtr="0">
            <a:spAutoFit/>
          </a:bodyPr>
          <a:lstStyle/>
          <a:p>
            <a:pPr marL="0" marR="0" lvl="0" indent="-279400" algn="l" rtl="0">
              <a:lnSpc>
                <a:spcPct val="100000"/>
              </a:lnSpc>
              <a:spcBef>
                <a:spcPts val="0"/>
              </a:spcBef>
              <a:spcAft>
                <a:spcPts val="0"/>
              </a:spcAft>
              <a:buClr>
                <a:schemeClr val="dk1"/>
              </a:buClr>
              <a:buSzPts val="4400"/>
              <a:buFont typeface="Arial" panose="020B0604020202020204"/>
              <a:buChar char="•"/>
            </a:pPr>
            <a:r>
              <a:rPr 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Introduction</a:t>
            </a:r>
            <a:endParaRPr 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601" name="Google Shape;601;p18"/>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panose="020B0503020204020204"/>
              <a:buNone/>
            </a:pPr>
            <a:endParaRPr lang="en-US" sz="1600" b="0" i="0" u="none">
              <a:solidFill>
                <a:srgbClr val="7F7F7F"/>
              </a:solidFill>
              <a:latin typeface="Times New Roman" panose="02020603050405020304" charset="0"/>
              <a:ea typeface="Corbel" panose="020B0503020204020204"/>
              <a:cs typeface="Times New Roman" panose="02020603050405020304" charset="0"/>
              <a:sym typeface="Corbel" panose="020B0503020204020204"/>
            </a:endParaRPr>
          </a:p>
        </p:txBody>
      </p:sp>
      <p:sp>
        <p:nvSpPr>
          <p:cNvPr id="602" name="Google Shape;602;p18"/>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panose="020B0503020204020204"/>
              <a:buNone/>
            </a:pPr>
            <a:fld id="{00000000-1234-1234-1234-123412341234}" type="slidenum">
              <a:rPr lang="en-US" sz="1800" b="1" i="0" u="none">
                <a:solidFill>
                  <a:schemeClr val="accent1"/>
                </a:solidFill>
                <a:latin typeface="Corbel" panose="020B0503020204020204"/>
                <a:ea typeface="Corbel" panose="020B0503020204020204"/>
                <a:cs typeface="Corbel" panose="020B0503020204020204"/>
                <a:sym typeface="Corbel" panose="020B0503020204020204"/>
              </a:rPr>
            </a:fld>
            <a:endParaRPr lang="en-US" sz="1800" b="1" i="0" u="none">
              <a:solidFill>
                <a:schemeClr val="accent1"/>
              </a:solidFill>
              <a:latin typeface="Corbel" panose="020B0503020204020204"/>
              <a:ea typeface="Corbel" panose="020B0503020204020204"/>
              <a:cs typeface="Corbel" panose="020B0503020204020204"/>
              <a:sym typeface="Corbel" panose="020B0503020204020204"/>
            </a:endParaRPr>
          </a:p>
        </p:txBody>
      </p:sp>
      <p:sp>
        <p:nvSpPr>
          <p:cNvPr id="604" name="Google Shape;604;p18"/>
          <p:cNvSpPr txBox="1"/>
          <p:nvPr/>
        </p:nvSpPr>
        <p:spPr>
          <a:xfrm>
            <a:off x="1371600" y="1576070"/>
            <a:ext cx="16002000" cy="8088630"/>
          </a:xfrm>
          <a:prstGeom prst="rect">
            <a:avLst/>
          </a:prstGeom>
          <a:noFill/>
          <a:ln>
            <a:noFill/>
          </a:ln>
        </p:spPr>
        <p:txBody>
          <a:bodyPr spcFirstLastPara="1" wrap="square" lIns="91425" tIns="45700" rIns="91425" bIns="45700" anchor="t" anchorCtr="0">
            <a:noAutofit/>
          </a:bodyPr>
          <a:lstStyle/>
          <a:p>
            <a:pPr marL="342900" marR="0" lvl="0" indent="-215900" algn="just" rtl="0">
              <a:lnSpc>
                <a:spcPct val="100000"/>
              </a:lnSpc>
              <a:spcBef>
                <a:spcPts val="0"/>
              </a:spcBef>
              <a:spcAft>
                <a:spcPts val="0"/>
              </a:spcAft>
              <a:buClr>
                <a:schemeClr val="dk1"/>
              </a:buClr>
              <a:buSzPts val="2000"/>
              <a:buFont typeface="Arial" panose="020B0604020202020204"/>
              <a:buNone/>
            </a:pPr>
            <a:endParaRPr sz="2000" b="1" i="0" u="none">
              <a:solidFill>
                <a:schemeClr val="dk1"/>
              </a:solidFill>
              <a:latin typeface="Arial" panose="020B0604020202020204"/>
              <a:ea typeface="Arial" panose="020B0604020202020204"/>
              <a:cs typeface="Arial" panose="020B0604020202020204"/>
              <a:sym typeface="Arial" panose="020B0604020202020204"/>
            </a:endParaRPr>
          </a:p>
          <a:p>
            <a:pPr marL="342900" marR="0" lvl="0" indent="-215900" algn="just" rtl="0">
              <a:lnSpc>
                <a:spcPct val="100000"/>
              </a:lnSpc>
              <a:spcBef>
                <a:spcPts val="0"/>
              </a:spcBef>
              <a:spcAft>
                <a:spcPts val="0"/>
              </a:spcAft>
              <a:buClr>
                <a:schemeClr val="dk1"/>
              </a:buClr>
              <a:buSzPts val="2000"/>
              <a:buFont typeface="Arial" panose="020B0604020202020204"/>
              <a:buNone/>
            </a:pPr>
            <a:endParaRPr sz="2000" b="1" i="0" u="none">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15000"/>
              </a:lnSpc>
              <a:spcBef>
                <a:spcPts val="0"/>
              </a:spcBef>
              <a:spcAft>
                <a:spcPts val="0"/>
              </a:spcAft>
              <a:buClr>
                <a:schemeClr val="dk1"/>
              </a:buClr>
              <a:buSzPts val="2000"/>
              <a:buFont typeface="Arial" panose="020B0604020202020204"/>
              <a:buChar char="•"/>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Brief intro to the project topic</a:t>
            </a:r>
            <a:endPar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0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This project focuses on predicting traffic conditions by analyzing both spatial and temporal traffic patterns using CTNS.</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0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It also provides route recommendations to help users avoid congestion and travel efficiently.It also provides route recommendations to help users avoid congestion and travel efficiently.</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000"/>
              <a:buFont typeface="Arial" panose="020B0604020202020204"/>
              <a:buChar char="•"/>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Motivation behind choosing the topic</a:t>
            </a:r>
            <a:endPar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0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Increasing traffic congestion in urban areas causes delays, fuel wastage, and environmental pollution. The project was chosen to develop an intelligent system that can predict future traffic and suggest better routes in real time.</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0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Rapid growth in the number of vehicles and increasing urbanization have made traffic congestion a major issue, motivating the development of a smarter and more efficient traffic prediction system.</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000"/>
              <a:buFont typeface="Arial" panose="020B0604020202020204"/>
              <a:buChar char="•"/>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Problem Statement </a:t>
            </a:r>
            <a:endPar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0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This project aims to build a spatiotemporal prediction model using CTNS to improve traffic forecasting and route recommendation.</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0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A reliable intelligent traffic prediction system is required to analyze real-time and historical traffic data, reduce congestion, and provide users with efficient route recommendations.</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800"/>
              </a:spcBef>
              <a:spcAft>
                <a:spcPts val="0"/>
              </a:spcAft>
              <a:buNone/>
            </a:pPr>
            <a:endParaRPr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2"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panose="02020603050405020304"/>
              <a:buNone/>
            </a:pPr>
            <a:r>
              <a:rPr lang="en-US" sz="1600" b="0" i="0" u="none" dirty="0">
                <a:solidFill>
                  <a:srgbClr val="7F7F7F"/>
                </a:solidFill>
                <a:latin typeface="Times New Roman" panose="02020603050405020304"/>
                <a:ea typeface="Times New Roman" panose="02020603050405020304"/>
                <a:cs typeface="Times New Roman" panose="02020603050405020304"/>
                <a:sym typeface="Times New Roman" panose="02020603050405020304"/>
              </a:rPr>
              <a:t>BATCH NO : 03                 DEPARTMENT OF ARTIFICIAL INTELLIGENCE AND DATA SCIENCE</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08"/>
        <p:cNvGrpSpPr/>
        <p:nvPr/>
      </p:nvGrpSpPr>
      <p:grpSpPr>
        <a:xfrm>
          <a:off x="0" y="0"/>
          <a:ext cx="0" cy="0"/>
          <a:chOff x="0" y="0"/>
          <a:chExt cx="0" cy="0"/>
        </a:xfrm>
      </p:grpSpPr>
      <p:sp>
        <p:nvSpPr>
          <p:cNvPr id="609" name="Google Shape;609;p19"/>
          <p:cNvSpPr txBox="1"/>
          <p:nvPr/>
        </p:nvSpPr>
        <p:spPr>
          <a:xfrm>
            <a:off x="1752600" y="342900"/>
            <a:ext cx="12496800" cy="676910"/>
          </a:xfrm>
          <a:prstGeom prst="rect">
            <a:avLst/>
          </a:prstGeom>
          <a:noFill/>
          <a:ln>
            <a:noFill/>
          </a:ln>
        </p:spPr>
        <p:txBody>
          <a:bodyPr spcFirstLastPara="1" wrap="square" lIns="0" tIns="0" rIns="0" bIns="0" anchor="t" anchorCtr="0">
            <a:spAutoFit/>
          </a:bodyPr>
          <a:lstStyle/>
          <a:p>
            <a:pPr marL="0" marR="0" lvl="0" indent="-279400" algn="l" rtl="0">
              <a:lnSpc>
                <a:spcPct val="100000"/>
              </a:lnSpc>
              <a:spcBef>
                <a:spcPts val="0"/>
              </a:spcBef>
              <a:spcAft>
                <a:spcPts val="0"/>
              </a:spcAft>
              <a:buClr>
                <a:schemeClr val="dk1"/>
              </a:buClr>
              <a:buSzPts val="4400"/>
              <a:buFont typeface="Arial" panose="020B0604020202020204"/>
              <a:buChar char="•"/>
            </a:pPr>
            <a:r>
              <a:rPr 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Objective of the Project</a:t>
            </a:r>
            <a:endParaRPr 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611" name="Google Shape;611;p19"/>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panose="020B0503020204020204"/>
              <a:buNone/>
            </a:pPr>
            <a:fld id="{00000000-1234-1234-1234-123412341234}" type="slidenum">
              <a:rPr lang="en-US" sz="1800" b="1" i="0" u="none">
                <a:solidFill>
                  <a:schemeClr val="accent1"/>
                </a:solidFill>
                <a:latin typeface="Corbel" panose="020B0503020204020204"/>
                <a:ea typeface="Corbel" panose="020B0503020204020204"/>
                <a:cs typeface="Corbel" panose="020B0503020204020204"/>
                <a:sym typeface="Corbel" panose="020B0503020204020204"/>
              </a:rPr>
            </a:fld>
            <a:endParaRPr lang="en-US" sz="1800" b="1" i="0" u="none">
              <a:solidFill>
                <a:schemeClr val="accent1"/>
              </a:solidFill>
              <a:latin typeface="Corbel" panose="020B0503020204020204"/>
              <a:ea typeface="Corbel" panose="020B0503020204020204"/>
              <a:cs typeface="Corbel" panose="020B0503020204020204"/>
              <a:sym typeface="Corbel" panose="020B0503020204020204"/>
            </a:endParaRPr>
          </a:p>
        </p:txBody>
      </p:sp>
      <p:sp>
        <p:nvSpPr>
          <p:cNvPr id="613" name="Google Shape;613;p19"/>
          <p:cNvSpPr txBox="1"/>
          <p:nvPr/>
        </p:nvSpPr>
        <p:spPr>
          <a:xfrm>
            <a:off x="1371600" y="1790700"/>
            <a:ext cx="16002000" cy="6143625"/>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chemeClr val="dk1"/>
              </a:buClr>
              <a:buSzPts val="3200"/>
              <a:buFont typeface="Arial" panose="020B0604020202020204"/>
              <a:buNone/>
            </a:pPr>
            <a:endParaRPr lang="en-US" sz="3200" b="0" i="0" u="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lnSpc>
                <a:spcPct val="115000"/>
              </a:lnSpc>
              <a:spcBef>
                <a:spcPts val="0"/>
              </a:spcBef>
              <a:spcAft>
                <a:spcPts val="0"/>
              </a:spcAft>
              <a:buClr>
                <a:schemeClr val="dk1"/>
              </a:buClr>
              <a:buSzPts val="3200"/>
              <a:buFont typeface="Arial" panose="020B0604020202020204"/>
              <a:buChar char="•"/>
            </a:pPr>
            <a:r>
              <a:rPr lang="en-US" alt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Main objectives</a:t>
            </a:r>
            <a:endParaRPr lang="en-US" alt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457200" marR="0" lvl="0" indent="-457200" algn="l" rtl="0">
              <a:lnSpc>
                <a:spcPct val="115000"/>
              </a:lnSpc>
              <a:spcBef>
                <a:spcPts val="0"/>
              </a:spcBef>
              <a:spcAft>
                <a:spcPts val="0"/>
              </a:spcAft>
              <a:buClr>
                <a:schemeClr val="dk1"/>
              </a:buClr>
              <a:buSzPts val="3200"/>
              <a:buFont typeface="Arial" panose="020B0604020202020204"/>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To develop a CTNS-based model for accurate spatiotemporal traffic prediction by analyzing historical and real-time traffic data.</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457200" marR="0" lvl="0" indent="-457200" algn="l" rtl="0">
              <a:lnSpc>
                <a:spcPct val="115000"/>
              </a:lnSpc>
              <a:spcBef>
                <a:spcPts val="0"/>
              </a:spcBef>
              <a:spcAft>
                <a:spcPts val="0"/>
              </a:spcAft>
              <a:buClr>
                <a:schemeClr val="dk1"/>
              </a:buClr>
              <a:buSzPts val="3200"/>
              <a:buFont typeface="Arial" panose="020B0604020202020204"/>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To identify congestion-prone areas and forecast future traffic conditions in advance.</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457200" marR="0" lvl="0" indent="-457200" algn="l" rtl="0">
              <a:lnSpc>
                <a:spcPct val="115000"/>
              </a:lnSpc>
              <a:spcBef>
                <a:spcPts val="0"/>
              </a:spcBef>
              <a:spcAft>
                <a:spcPts val="0"/>
              </a:spcAft>
              <a:buClr>
                <a:schemeClr val="dk1"/>
              </a:buClr>
              <a:buSzPts val="3200"/>
              <a:buFont typeface="Arial" panose="020B0604020202020204"/>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To provide intelligent route recommendations that minimize travel time, fuel consumption, and traffic delays.</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457200" marR="0" lvl="0" indent="-457200" algn="l" rtl="0">
              <a:lnSpc>
                <a:spcPct val="115000"/>
              </a:lnSpc>
              <a:spcBef>
                <a:spcPts val="0"/>
              </a:spcBef>
              <a:spcAft>
                <a:spcPts val="0"/>
              </a:spcAft>
              <a:buClr>
                <a:schemeClr val="dk1"/>
              </a:buClr>
              <a:buSzPts val="3200"/>
              <a:buFont typeface="Arial" panose="020B0604020202020204"/>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To improve the efficiency of urban traffic management systems and support safer, faster transportation.</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15000"/>
              </a:lnSpc>
              <a:spcBef>
                <a:spcPts val="0"/>
              </a:spcBef>
              <a:spcAft>
                <a:spcPts val="0"/>
              </a:spcAft>
              <a:buClr>
                <a:schemeClr val="dk1"/>
              </a:buClr>
              <a:buSzPts val="3200"/>
              <a:buNone/>
            </a:pP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457200" marR="0" lvl="0" indent="-457200" algn="l" rtl="0">
              <a:lnSpc>
                <a:spcPct val="115000"/>
              </a:lnSpc>
              <a:spcBef>
                <a:spcPts val="0"/>
              </a:spcBef>
              <a:spcAft>
                <a:spcPts val="0"/>
              </a:spcAft>
              <a:buClr>
                <a:schemeClr val="dk1"/>
              </a:buClr>
              <a:buSzPts val="3200"/>
              <a:buFont typeface="Arial" panose="020B0604020202020204"/>
              <a:buChar char="•"/>
            </a:pPr>
            <a:r>
              <a:rPr lang="en-US" alt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What the project aims to solve or improve</a:t>
            </a:r>
            <a:endParaRPr lang="en-US" alt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457200" marR="0" lvl="0" indent="-457200" algn="l" rtl="0">
              <a:lnSpc>
                <a:spcPct val="115000"/>
              </a:lnSpc>
              <a:spcBef>
                <a:spcPts val="800"/>
              </a:spcBef>
              <a:spcAft>
                <a:spcPts val="0"/>
              </a:spcAft>
              <a:buClr>
                <a:schemeClr val="dk1"/>
              </a:buClr>
              <a:buSzPts val="3200"/>
              <a:buFont typeface="Arial" panose="020B0604020202020204"/>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The project aims to solve the problem of inaccurate traffic prediction and inefficient route planning in urban areas.</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457200" marR="0" lvl="0" indent="-457200" algn="l" rtl="0">
              <a:lnSpc>
                <a:spcPct val="115000"/>
              </a:lnSpc>
              <a:spcBef>
                <a:spcPts val="800"/>
              </a:spcBef>
              <a:spcAft>
                <a:spcPts val="0"/>
              </a:spcAft>
              <a:buClr>
                <a:schemeClr val="dk1"/>
              </a:buClr>
              <a:buSzPts val="3200"/>
              <a:buFont typeface="Arial" panose="020B0604020202020204"/>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It improves traffic management by forecasting congestion in advance and recommending optimal routes, thereby reducing travel time, fuel consumption, and traffic-related delays.</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800"/>
              </a:spcBef>
              <a:spcAft>
                <a:spcPts val="0"/>
              </a:spcAft>
              <a:buNone/>
            </a:pPr>
            <a:endParaRPr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2"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panose="02020603050405020304"/>
              <a:buNone/>
            </a:pPr>
            <a:r>
              <a:rPr lang="en-US" sz="1600" b="0" i="0" u="none" dirty="0">
                <a:solidFill>
                  <a:srgbClr val="7F7F7F"/>
                </a:solidFill>
                <a:latin typeface="Times New Roman" panose="02020603050405020304"/>
                <a:ea typeface="Times New Roman" panose="02020603050405020304"/>
                <a:cs typeface="Times New Roman" panose="02020603050405020304"/>
                <a:sym typeface="Times New Roman" panose="02020603050405020304"/>
              </a:rPr>
              <a:t>BATCH NO : 03                DEPARTMENT OF ARTIFICIAL INTELLIGENCE AND DATA SCIENCE</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17"/>
        <p:cNvGrpSpPr/>
        <p:nvPr/>
      </p:nvGrpSpPr>
      <p:grpSpPr>
        <a:xfrm>
          <a:off x="0" y="0"/>
          <a:ext cx="0" cy="0"/>
          <a:chOff x="0" y="0"/>
          <a:chExt cx="0" cy="0"/>
        </a:xfrm>
      </p:grpSpPr>
      <p:sp>
        <p:nvSpPr>
          <p:cNvPr id="618" name="Google Shape;618;p20"/>
          <p:cNvSpPr txBox="1"/>
          <p:nvPr/>
        </p:nvSpPr>
        <p:spPr>
          <a:xfrm>
            <a:off x="1752600" y="342900"/>
            <a:ext cx="12496800" cy="676910"/>
          </a:xfrm>
          <a:prstGeom prst="rect">
            <a:avLst/>
          </a:prstGeom>
          <a:noFill/>
          <a:ln>
            <a:noFill/>
          </a:ln>
        </p:spPr>
        <p:txBody>
          <a:bodyPr spcFirstLastPara="1" wrap="square" lIns="0" tIns="0" rIns="0" bIns="0" anchor="t" anchorCtr="0">
            <a:spAutoFit/>
          </a:bodyPr>
          <a:lstStyle/>
          <a:p>
            <a:pPr marL="0" marR="0" lvl="0" indent="-279400" algn="l" rtl="0">
              <a:lnSpc>
                <a:spcPct val="100000"/>
              </a:lnSpc>
              <a:spcBef>
                <a:spcPts val="0"/>
              </a:spcBef>
              <a:spcAft>
                <a:spcPts val="0"/>
              </a:spcAft>
              <a:buClr>
                <a:schemeClr val="dk1"/>
              </a:buClr>
              <a:buSzPts val="4400"/>
              <a:buFont typeface="Arial" panose="020B0604020202020204"/>
              <a:buChar char="•"/>
            </a:pPr>
            <a:r>
              <a:rPr lang="en-US" sz="4400" b="1" i="0" u="none">
                <a:solidFill>
                  <a:schemeClr val="dk1"/>
                </a:solidFill>
                <a:latin typeface="Arial" panose="020B0604020202020204"/>
                <a:ea typeface="Arial" panose="020B0604020202020204"/>
                <a:cs typeface="Arial" panose="020B0604020202020204"/>
                <a:sym typeface="Arial" panose="020B0604020202020204"/>
              </a:rPr>
              <a:t> </a:t>
            </a:r>
            <a:r>
              <a:rPr 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Literature Review / Existing System</a:t>
            </a:r>
            <a:endParaRPr 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620" name="Google Shape;620;p20"/>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panose="020B0503020204020204"/>
              <a:buNone/>
            </a:pPr>
            <a:fld id="{00000000-1234-1234-1234-123412341234}" type="slidenum">
              <a:rPr lang="en-US" sz="1800" b="1" i="0" u="none">
                <a:solidFill>
                  <a:schemeClr val="accent1"/>
                </a:solidFill>
                <a:latin typeface="Corbel" panose="020B0503020204020204"/>
                <a:ea typeface="Corbel" panose="020B0503020204020204"/>
                <a:cs typeface="Corbel" panose="020B0503020204020204"/>
                <a:sym typeface="Corbel" panose="020B0503020204020204"/>
              </a:rPr>
            </a:fld>
            <a:endParaRPr lang="en-US" sz="1800" b="1" i="0" u="none">
              <a:solidFill>
                <a:schemeClr val="accent1"/>
              </a:solidFill>
              <a:latin typeface="Corbel" panose="020B0503020204020204"/>
              <a:ea typeface="Corbel" panose="020B0503020204020204"/>
              <a:cs typeface="Corbel" panose="020B0503020204020204"/>
              <a:sym typeface="Corbel" panose="020B0503020204020204"/>
            </a:endParaRPr>
          </a:p>
        </p:txBody>
      </p:sp>
      <p:sp>
        <p:nvSpPr>
          <p:cNvPr id="622" name="Google Shape;622;p20"/>
          <p:cNvSpPr txBox="1"/>
          <p:nvPr/>
        </p:nvSpPr>
        <p:spPr>
          <a:xfrm>
            <a:off x="1256665" y="1981835"/>
            <a:ext cx="16002000" cy="588518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15000"/>
              </a:lnSpc>
              <a:spcBef>
                <a:spcPts val="0"/>
              </a:spcBef>
              <a:spcAft>
                <a:spcPts val="0"/>
              </a:spcAft>
              <a:buClr>
                <a:schemeClr val="dk1"/>
              </a:buClr>
              <a:buSzPts val="2400"/>
              <a:buFont typeface="Arial" panose="020B0604020202020204"/>
              <a:buChar char="•"/>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Existing systems/methods are out there</a:t>
            </a:r>
            <a:endPar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Statistical models such as ARIMA are used to predict traffic flow based on past data.</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Deep learning models like CNN and LSTM are applied for traffic forecasting.</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GPS-based navigation systems provide real-time route suggestions.</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Applications such as Google Maps and Waze are widely used for traffic monitoring and navigation.</a:t>
            </a:r>
            <a:r>
              <a:rPr lang="en-US" sz="24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 </a:t>
            </a:r>
            <a:endParaRPr lang="en-US" sz="24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15000"/>
              </a:lnSpc>
              <a:spcBef>
                <a:spcPts val="0"/>
              </a:spcBef>
              <a:spcAft>
                <a:spcPts val="0"/>
              </a:spcAft>
              <a:buClr>
                <a:schemeClr val="dk1"/>
              </a:buClr>
              <a:buSzPts val="2400"/>
              <a:buNone/>
            </a:pPr>
            <a:endParaRPr lang="en-US" sz="24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Their limitations or problems</a:t>
            </a:r>
            <a:endPar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Existing systems may not accurately capture both spatial and temporal traffic patterns.</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They often fail to predict sudden congestion, accidents, or peak-hour traffic.</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Route recommendations are usually based only on current traffic conditions, not future traffic.</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Prediction accuracy decreases in complex urban road networks, leading to delays and inefficient routing.</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800"/>
              </a:spcBef>
              <a:spcAft>
                <a:spcPts val="0"/>
              </a:spcAft>
              <a:buNone/>
            </a:pP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2"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panose="02020603050405020304"/>
              <a:buNone/>
            </a:pPr>
            <a:r>
              <a:rPr lang="en-US" sz="1600" b="0" i="0" u="none" dirty="0">
                <a:solidFill>
                  <a:srgbClr val="7F7F7F"/>
                </a:solidFill>
                <a:latin typeface="Times New Roman" panose="02020603050405020304"/>
                <a:ea typeface="Times New Roman" panose="02020603050405020304"/>
                <a:cs typeface="Times New Roman" panose="02020603050405020304"/>
                <a:sym typeface="Times New Roman" panose="02020603050405020304"/>
              </a:rPr>
              <a:t>BATCH NO :  03               DEPARTMENT OF ARTIFICIAL INTELLIGENCE AND DATA SCIENCE</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TextBox 2"/>
          <p:cNvSpPr txBox="1"/>
          <p:nvPr/>
        </p:nvSpPr>
        <p:spPr>
          <a:xfrm>
            <a:off x="1058545" y="139700"/>
            <a:ext cx="12111355" cy="1075055"/>
          </a:xfrm>
          <a:prstGeom prst="rect">
            <a:avLst/>
          </a:prstGeom>
          <a:noFill/>
          <a:ln w="9525">
            <a:noFill/>
          </a:ln>
        </p:spPr>
        <p:txBody>
          <a:bodyPr lIns="0" tIns="0" rIns="0" bIns="0">
            <a:noAutofit/>
          </a:bodyPr>
          <a:p>
            <a:pPr marL="685800" indent="-685800" eaLnBrk="1" hangingPunct="1">
              <a:lnSpc>
                <a:spcPts val="6300"/>
              </a:lnSpc>
              <a:buFont typeface="Arial" panose="020B0604020202020204" pitchFamily="34" charset="0"/>
              <a:buChar char="•"/>
            </a:pPr>
            <a:r>
              <a:rPr lang="en-US" sz="4500" b="1">
                <a:solidFill>
                  <a:schemeClr val="dk1"/>
                </a:solidFill>
                <a:latin typeface="Times New Roman" panose="02020603050405020304" charset="0"/>
                <a:cs typeface="Times New Roman" panose="02020603050405020304" charset="0"/>
                <a:sym typeface="Arial" panose="020B0604020202020204"/>
              </a:rPr>
              <a:t>Literature Review Summary </a:t>
            </a:r>
            <a:endParaRPr lang="en-US" sz="45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indent="0" eaLnBrk="1" hangingPunct="1">
              <a:lnSpc>
                <a:spcPts val="6300"/>
              </a:lnSpc>
              <a:buNone/>
            </a:pPr>
            <a:endParaRPr lang="en-US" altLang="en-US" sz="4500" dirty="0">
              <a:solidFill>
                <a:srgbClr val="051D40"/>
              </a:solidFill>
              <a:latin typeface="Times New Roman" panose="02020603050405020304" charset="0"/>
              <a:ea typeface="Open Sans Extra Bold" panose="020B0906030804020204" charset="0"/>
              <a:cs typeface="Times New Roman" panose="02020603050405020304" charset="0"/>
              <a:sym typeface="Open Sans Extra Bold" panose="020B0906030804020204" charset="0"/>
            </a:endParaRPr>
          </a:p>
        </p:txBody>
      </p:sp>
      <p:grpSp>
        <p:nvGrpSpPr>
          <p:cNvPr id="13315" name="Group 6"/>
          <p:cNvGrpSpPr/>
          <p:nvPr/>
        </p:nvGrpSpPr>
        <p:grpSpPr>
          <a:xfrm>
            <a:off x="14700250" y="7073900"/>
            <a:ext cx="5946775" cy="5946775"/>
            <a:chOff x="0" y="0"/>
            <a:chExt cx="812800" cy="812800"/>
          </a:xfrm>
        </p:grpSpPr>
        <p:sp>
          <p:nvSpPr>
            <p:cNvPr id="13394" name="Freeform 7"/>
            <p:cNvSpPr/>
            <p:nvPr/>
          </p:nvSpPr>
          <p:spPr>
            <a:xfrm>
              <a:off x="0" y="0"/>
              <a:ext cx="812800" cy="812800"/>
            </a:xfrm>
            <a:custGeom>
              <a:avLst/>
              <a:gdLst>
                <a:gd name="txL" fmla="*/ 0 w 812800"/>
                <a:gd name="txT" fmla="*/ 0 h 812800"/>
                <a:gd name="txR" fmla="*/ 812800 w 812800"/>
                <a:gd name="txB" fmla="*/ 812800 h 812800"/>
              </a:gdLst>
              <a:ahLst/>
              <a:cxnLst>
                <a:cxn ang="0">
                  <a:pos x="406400" y="0"/>
                </a:cxn>
                <a:cxn ang="0">
                  <a:pos x="0" y="406400"/>
                </a:cxn>
                <a:cxn ang="0">
                  <a:pos x="406400" y="812800"/>
                </a:cxn>
                <a:cxn ang="0">
                  <a:pos x="812800" y="406400"/>
                </a:cxn>
                <a:cxn ang="0">
                  <a:pos x="406400" y="0"/>
                </a:cxn>
              </a:cxnLst>
              <a:rect l="txL" t="txT" r="txR" b="tx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86"/>
                </a:srgbClr>
              </a:solidFill>
              <a:prstDash val="solid"/>
              <a:miter lim="800000"/>
              <a:headEnd type="none" w="med" len="med"/>
              <a:tailEnd type="none" w="med" len="med"/>
            </a:ln>
          </p:spPr>
          <p:txBody>
            <a:bodyPr/>
            <a:p>
              <a:endParaRPr lang="en-US"/>
            </a:p>
          </p:txBody>
        </p:sp>
        <p:sp>
          <p:nvSpPr>
            <p:cNvPr id="13395" name="TextBox 8"/>
            <p:cNvSpPr txBox="1"/>
            <p:nvPr/>
          </p:nvSpPr>
          <p:spPr>
            <a:xfrm>
              <a:off x="76200" y="38100"/>
              <a:ext cx="660400" cy="698500"/>
            </a:xfrm>
            <a:prstGeom prst="rect">
              <a:avLst/>
            </a:prstGeom>
            <a:noFill/>
            <a:ln w="9525">
              <a:noFill/>
            </a:ln>
          </p:spPr>
          <p:txBody>
            <a:bodyPr lIns="50800" tIns="50800" rIns="50800" bIns="50800" anchor="ctr" anchorCtr="0"/>
            <a:p>
              <a:pPr algn="ctr" eaLnBrk="1" hangingPunct="1">
                <a:lnSpc>
                  <a:spcPts val="2665"/>
                </a:lnSpc>
              </a:pPr>
              <a:endParaRPr lang="en-US" altLang="en-US" dirty="0">
                <a:latin typeface="Corbel" panose="020B0503020204020204" pitchFamily="34" charset="0"/>
              </a:endParaRPr>
            </a:p>
          </p:txBody>
        </p:sp>
      </p:grpSp>
      <p:sp>
        <p:nvSpPr>
          <p:cNvPr id="9" name="TextBox 9"/>
          <p:cNvSpPr txBox="1"/>
          <p:nvPr/>
        </p:nvSpPr>
        <p:spPr>
          <a:xfrm>
            <a:off x="5999163" y="5643563"/>
            <a:ext cx="2662238" cy="2366963"/>
          </a:xfrm>
          <a:prstGeom prst="rect">
            <a:avLst/>
          </a:prstGeom>
        </p:spPr>
        <p:txBody>
          <a:bodyPr lIns="0" tIns="0" rIns="0" bIns="0">
            <a:spAutoFit/>
          </a:bodyPr>
          <a:lstStyle/>
          <a:p>
            <a:pPr marR="0" algn="ctr" defTabSz="457200" eaLnBrk="1" fontAlgn="auto" hangingPunct="1">
              <a:lnSpc>
                <a:spcPts val="2335"/>
              </a:lnSpc>
              <a:spcAft>
                <a:spcPts val="0"/>
              </a:spcAft>
              <a:buClrTx/>
              <a:buSzTx/>
              <a:buFontTx/>
              <a:buNone/>
              <a:defRPr/>
            </a:pPr>
            <a:r>
              <a:rPr kumimoji="0" lang="en-US" sz="1665" kern="1200" cap="none" spc="-33" normalizeH="0" baseline="0" noProof="0">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endParaRPr kumimoji="0" lang="en-US" sz="1665" kern="1200" cap="none" spc="-33" normalizeH="0" baseline="0" noProof="0">
              <a:solidFill>
                <a:srgbClr val="FDFDFD"/>
              </a:solidFill>
              <a:latin typeface="Poppins"/>
              <a:ea typeface="Poppins"/>
              <a:cs typeface="Poppins"/>
              <a:sym typeface="Poppins"/>
            </a:endParaRPr>
          </a:p>
        </p:txBody>
      </p:sp>
      <p:sp>
        <p:nvSpPr>
          <p:cNvPr id="10" name="TextBox 10"/>
          <p:cNvSpPr txBox="1"/>
          <p:nvPr/>
        </p:nvSpPr>
        <p:spPr>
          <a:xfrm>
            <a:off x="9690100" y="5643563"/>
            <a:ext cx="2660650" cy="2366963"/>
          </a:xfrm>
          <a:prstGeom prst="rect">
            <a:avLst/>
          </a:prstGeom>
        </p:spPr>
        <p:txBody>
          <a:bodyPr lIns="0" tIns="0" rIns="0" bIns="0">
            <a:spAutoFit/>
          </a:bodyPr>
          <a:lstStyle/>
          <a:p>
            <a:pPr marR="0" algn="ctr" defTabSz="457200" eaLnBrk="1" fontAlgn="auto" hangingPunct="1">
              <a:lnSpc>
                <a:spcPts val="2335"/>
              </a:lnSpc>
              <a:spcAft>
                <a:spcPts val="0"/>
              </a:spcAft>
              <a:buClrTx/>
              <a:buSzTx/>
              <a:buFontTx/>
              <a:buNone/>
              <a:defRPr/>
            </a:pPr>
            <a:r>
              <a:rPr kumimoji="0" lang="en-US" sz="1665" kern="1200" cap="none" spc="-33" normalizeH="0" baseline="0" noProof="0">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endParaRPr kumimoji="0" lang="en-US" sz="1665" kern="1200" cap="none" spc="-33" normalizeH="0" baseline="0" noProof="0">
              <a:solidFill>
                <a:srgbClr val="FDFDFD"/>
              </a:solidFill>
              <a:latin typeface="Poppins"/>
              <a:ea typeface="Poppins"/>
              <a:cs typeface="Poppins"/>
              <a:sym typeface="Poppins"/>
            </a:endParaRPr>
          </a:p>
        </p:txBody>
      </p:sp>
      <p:sp>
        <p:nvSpPr>
          <p:cNvPr id="13319" name="Slide Number Placeholder 14"/>
          <p:cNvSpPr txBox="1">
            <a:spLocks noGrp="1"/>
          </p:cNvSpPr>
          <p:nvPr>
            <p:ph type="sldNum" sz="quarter" idx="4"/>
          </p:nvPr>
        </p:nvSpPr>
        <p:spPr>
          <a:noFill/>
          <a:ln>
            <a:noFill/>
          </a:ln>
        </p:spPr>
        <p:txBody>
          <a:bodyPr anchor="ctr" anchorCtr="0"/>
          <a:p>
            <a:pPr marL="0" indent="0" algn="r" defTabSz="457200" eaLnBrk="1" hangingPunct="1">
              <a:lnSpc>
                <a:spcPct val="100000"/>
              </a:lnSpc>
              <a:spcBef>
                <a:spcPct val="0"/>
              </a:spcBef>
              <a:buClrTx/>
              <a:buFontTx/>
              <a:buNone/>
            </a:pPr>
            <a:fld id="{9A0DB2DC-4C9A-4742-B13C-FB6460FD3503}" type="slidenum">
              <a:rPr lang="en-US" altLang="en-US" sz="1800" b="1" dirty="0">
                <a:solidFill>
                  <a:schemeClr val="accent1"/>
                </a:solidFill>
              </a:rPr>
            </a:fld>
            <a:endParaRPr lang="en-US" altLang="en-US" sz="1800" b="1" dirty="0">
              <a:solidFill>
                <a:schemeClr val="accent1"/>
              </a:solidFill>
            </a:endParaRPr>
          </a:p>
        </p:txBody>
      </p:sp>
      <p:sp>
        <p:nvSpPr>
          <p:cNvPr id="16" name="Footer Placeholder 15"/>
          <p:cNvSpPr txBox="1">
            <a:spLocks noGrp="1"/>
          </p:cNvSpPr>
          <p:nvPr>
            <p:ph type="ftr" sz="quarter" idx="3"/>
          </p:nvPr>
        </p:nvSpPr>
        <p:spPr>
          <a:xfrm>
            <a:off x="4015740" y="9534525"/>
            <a:ext cx="12133580" cy="548005"/>
          </a:xfrm>
          <a:noFill/>
        </p:spPr>
        <p:txBody>
          <a:bodyPr lIns="91440" tIns="45720" rIns="91440" bIns="45720" rtlCol="0"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1650" b="0" i="0" u="none" strike="noStrike" kern="1200" cap="none" spc="0" normalizeH="0" baseline="0" noProof="0">
                <a:ln>
                  <a:noFill/>
                </a:ln>
                <a:solidFill>
                  <a:schemeClr val="tx1">
                    <a:lumMod val="50000"/>
                    <a:lumOff val="50000"/>
                  </a:schemeClr>
                </a:solidFill>
                <a:effectLst/>
                <a:uLnTx/>
                <a:uFillTx/>
                <a:latin typeface="+mn-lt"/>
                <a:ea typeface="+mn-ea"/>
                <a:cs typeface="+mn-cs"/>
              </a:rPr>
              <a:t>BATCH NO : </a:t>
            </a:r>
            <a:r>
              <a:rPr kumimoji="0" lang="en-IN" altLang="en-US" sz="1650" b="0" i="0" u="none" strike="noStrike" kern="1200" cap="none" spc="0" normalizeH="0" baseline="0" noProof="0">
                <a:ln>
                  <a:noFill/>
                </a:ln>
                <a:solidFill>
                  <a:schemeClr val="tx1">
                    <a:lumMod val="50000"/>
                    <a:lumOff val="50000"/>
                  </a:schemeClr>
                </a:solidFill>
                <a:effectLst/>
                <a:uLnTx/>
                <a:uFillTx/>
                <a:latin typeface="+mn-lt"/>
                <a:ea typeface="+mn-ea"/>
                <a:cs typeface="+mn-cs"/>
              </a:rPr>
              <a:t>03        </a:t>
            </a:r>
            <a:r>
              <a:rPr kumimoji="0" lang="en-US" sz="1650" b="0" i="0" u="none" strike="noStrike" kern="1200" cap="none" spc="0" normalizeH="0" baseline="0" noProof="0">
                <a:ln>
                  <a:noFill/>
                </a:ln>
                <a:solidFill>
                  <a:schemeClr val="tx1">
                    <a:lumMod val="50000"/>
                    <a:lumOff val="50000"/>
                  </a:schemeClr>
                </a:solidFill>
                <a:effectLst/>
                <a:uLnTx/>
                <a:uFillTx/>
                <a:latin typeface="+mn-lt"/>
                <a:ea typeface="+mn-ea"/>
                <a:cs typeface="+mn-cs"/>
              </a:rPr>
              <a:t>          D</a:t>
            </a:r>
            <a:r>
              <a:rPr lang="en-US" sz="1650" dirty="0">
                <a:latin typeface="Times New Roman" panose="02020603050405020304"/>
                <a:ea typeface="Times New Roman" panose="02020603050405020304"/>
                <a:cs typeface="Times New Roman" panose="02020603050405020304"/>
                <a:sym typeface="Times New Roman" panose="02020603050405020304"/>
              </a:rPr>
              <a:t>DEPARTMENT OF ARTIFICIAL INTELLIGENCE AND DATA SCIENCE</a:t>
            </a:r>
            <a:endParaRPr sz="1650" dirty="0"/>
          </a:p>
          <a:p>
            <a:pPr marL="0" marR="0" lvl="0" indent="0" algn="l" defTabSz="457200" rtl="0" eaLnBrk="1" fontAlgn="auto" latinLnBrk="0" hangingPunct="1">
              <a:lnSpc>
                <a:spcPct val="100000"/>
              </a:lnSpc>
              <a:spcBef>
                <a:spcPts val="0"/>
              </a:spcBef>
              <a:spcAft>
                <a:spcPts val="0"/>
              </a:spcAft>
              <a:buClrTx/>
              <a:buSzTx/>
              <a:buFontTx/>
              <a:buNone/>
              <a:defRPr/>
            </a:pPr>
            <a:endParaRPr kumimoji="0" lang="en-IN" altLang="en-US" sz="1650" b="0" i="0" u="none" strike="noStrike" kern="1200" cap="none" spc="0" normalizeH="0" baseline="0" noProof="0">
              <a:ln>
                <a:noFill/>
              </a:ln>
              <a:solidFill>
                <a:schemeClr val="tx1">
                  <a:lumMod val="50000"/>
                  <a:lumOff val="50000"/>
                </a:schemeClr>
              </a:solidFill>
              <a:effectLst/>
              <a:uLnTx/>
              <a:uFillTx/>
              <a:latin typeface="+mn-lt"/>
              <a:ea typeface="+mn-ea"/>
              <a:cs typeface="+mn-cs"/>
            </a:endParaRPr>
          </a:p>
        </p:txBody>
      </p:sp>
      <p:sp>
        <p:nvSpPr>
          <p:cNvPr id="13321" name="TextBox 1"/>
          <p:cNvSpPr txBox="1"/>
          <p:nvPr/>
        </p:nvSpPr>
        <p:spPr>
          <a:xfrm>
            <a:off x="1295400" y="2400300"/>
            <a:ext cx="15697200" cy="461963"/>
          </a:xfrm>
          <a:prstGeom prst="rect">
            <a:avLst/>
          </a:prstGeom>
          <a:noFill/>
          <a:ln w="9525">
            <a:noFill/>
          </a:ln>
        </p:spPr>
        <p:txBody>
          <a:bodyPr>
            <a:spAutoFit/>
          </a:bodyPr>
          <a:p>
            <a:pPr algn="just"/>
            <a:endParaRPr lang="en-IN" altLang="en-US" sz="2400" dirty="0">
              <a:latin typeface="Arial" panose="020B0604020202020204" pitchFamily="34" charset="0"/>
              <a:ea typeface="Arial" panose="020B0604020202020204" pitchFamily="34" charset="0"/>
            </a:endParaRPr>
          </a:p>
        </p:txBody>
      </p:sp>
      <p:pic>
        <p:nvPicPr>
          <p:cNvPr id="2" name="Picture 1" descr="Screenshot 2026-04-20 105923"/>
          <p:cNvPicPr>
            <a:picLocks noChangeAspect="1"/>
          </p:cNvPicPr>
          <p:nvPr/>
        </p:nvPicPr>
        <p:blipFill>
          <a:blip r:embed="rId1"/>
          <a:stretch>
            <a:fillRect/>
          </a:stretch>
        </p:blipFill>
        <p:spPr>
          <a:xfrm>
            <a:off x="1058545" y="1696085"/>
            <a:ext cx="15934055" cy="76352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37"/>
        <p:cNvGrpSpPr/>
        <p:nvPr/>
      </p:nvGrpSpPr>
      <p:grpSpPr>
        <a:xfrm>
          <a:off x="0" y="0"/>
          <a:ext cx="0" cy="0"/>
          <a:chOff x="0" y="0"/>
          <a:chExt cx="0" cy="0"/>
        </a:xfrm>
      </p:grpSpPr>
      <p:sp>
        <p:nvSpPr>
          <p:cNvPr id="638" name="Google Shape;638;p22"/>
          <p:cNvSpPr txBox="1"/>
          <p:nvPr/>
        </p:nvSpPr>
        <p:spPr>
          <a:xfrm>
            <a:off x="1752600" y="342900"/>
            <a:ext cx="12496800" cy="676910"/>
          </a:xfrm>
          <a:prstGeom prst="rect">
            <a:avLst/>
          </a:prstGeom>
          <a:noFill/>
          <a:ln>
            <a:noFill/>
          </a:ln>
        </p:spPr>
        <p:txBody>
          <a:bodyPr spcFirstLastPara="1" wrap="square" lIns="0" tIns="0" rIns="0" bIns="0" anchor="t" anchorCtr="0">
            <a:spAutoFit/>
          </a:bodyPr>
          <a:lstStyle/>
          <a:p>
            <a:pPr marL="0" marR="0" lvl="0" indent="-279400" algn="l" rtl="0">
              <a:lnSpc>
                <a:spcPct val="100000"/>
              </a:lnSpc>
              <a:spcBef>
                <a:spcPts val="0"/>
              </a:spcBef>
              <a:spcAft>
                <a:spcPts val="0"/>
              </a:spcAft>
              <a:buClr>
                <a:schemeClr val="dk1"/>
              </a:buClr>
              <a:buSzPts val="4400"/>
              <a:buFont typeface="Arial" panose="020B0604020202020204"/>
              <a:buChar char="•"/>
            </a:pPr>
            <a:r>
              <a:rPr 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Proposed System</a:t>
            </a:r>
            <a:endParaRPr 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640" name="Google Shape;640;p22"/>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panose="020B0503020204020204"/>
              <a:buNone/>
            </a:pPr>
            <a:fld id="{00000000-1234-1234-1234-123412341234}" type="slidenum">
              <a:rPr lang="en-US" sz="1800" b="1" i="0" u="none">
                <a:solidFill>
                  <a:schemeClr val="accent1"/>
                </a:solidFill>
                <a:latin typeface="Corbel" panose="020B0503020204020204"/>
                <a:ea typeface="Corbel" panose="020B0503020204020204"/>
                <a:cs typeface="Corbel" panose="020B0503020204020204"/>
                <a:sym typeface="Corbel" panose="020B0503020204020204"/>
              </a:rPr>
            </a:fld>
            <a:endParaRPr lang="en-US" sz="1800" b="1" i="0" u="none">
              <a:solidFill>
                <a:schemeClr val="accent1"/>
              </a:solidFill>
              <a:latin typeface="Corbel" panose="020B0503020204020204"/>
              <a:ea typeface="Corbel" panose="020B0503020204020204"/>
              <a:cs typeface="Corbel" panose="020B0503020204020204"/>
              <a:sym typeface="Corbel" panose="020B0503020204020204"/>
            </a:endParaRPr>
          </a:p>
        </p:txBody>
      </p:sp>
      <p:sp>
        <p:nvSpPr>
          <p:cNvPr id="642" name="Google Shape;642;p22"/>
          <p:cNvSpPr txBox="1"/>
          <p:nvPr/>
        </p:nvSpPr>
        <p:spPr>
          <a:xfrm>
            <a:off x="1371600" y="1790700"/>
            <a:ext cx="16002000" cy="716597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15000"/>
              </a:lnSpc>
              <a:spcBef>
                <a:spcPts val="0"/>
              </a:spcBef>
              <a:spcAft>
                <a:spcPts val="0"/>
              </a:spcAft>
              <a:buClr>
                <a:schemeClr val="dk1"/>
              </a:buClr>
              <a:buSzPts val="2400"/>
              <a:buFont typeface="Arial" panose="020B0604020202020204"/>
              <a:buChar char="•"/>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Short summary of your proposed solution</a:t>
            </a:r>
            <a:endPar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r>
              <a:rPr 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 </a:t>
            </a: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The proposed system uses a CTNS-based deep learning model to analyze both spatial and temporal traffic patterns.</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It collects historical and real-time traffic data from different road segments.</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The model predicts future traffic congestion and traffic flow with higher accuracy.</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Based on the prediction, the system recommends the best route to reduce travel time and delays.</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15000"/>
              </a:lnSpc>
              <a:spcBef>
                <a:spcPts val="800"/>
              </a:spcBef>
              <a:spcAft>
                <a:spcPts val="0"/>
              </a:spcAft>
              <a:buClr>
                <a:schemeClr val="dk1"/>
              </a:buClr>
              <a:buSzPts val="2400"/>
              <a:buNone/>
            </a:pP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How it overcomes the limitations</a:t>
            </a:r>
            <a:endPar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It captures both location-based and time-based traffic dependencies simultaneously.</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The system can predict sudden congestion and peak-hour traffic more effectively.</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Route recommendations are generated using predicted future traffic instead of only current traffic.</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The proposed model provides better accuracy and efficiency in complex urban traffic networks.</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endParaRPr lang="en-US" altLang="en-US" sz="2400" b="0" i="0" u="none">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endParaRPr lang="en-US" altLang="en-US" sz="2400" b="0" i="0" u="none">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endParaRPr lang="en-US" altLang="en-US" sz="2400" b="0" i="0" u="none">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endParaRPr lang="en-US" altLang="en-US" sz="2400" b="0"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800"/>
              </a:spcBef>
              <a:spcAft>
                <a:spcPts val="0"/>
              </a:spcAft>
              <a:buNone/>
            </a:pPr>
            <a:endParaRPr sz="24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2"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panose="02020603050405020304"/>
              <a:buNone/>
            </a:pPr>
            <a:r>
              <a:rPr lang="en-US" sz="1600" b="0" i="0" u="none" dirty="0">
                <a:solidFill>
                  <a:srgbClr val="7F7F7F"/>
                </a:solidFill>
                <a:latin typeface="Times New Roman" panose="02020603050405020304"/>
                <a:ea typeface="Times New Roman" panose="02020603050405020304"/>
                <a:cs typeface="Times New Roman" panose="02020603050405020304"/>
                <a:sym typeface="Times New Roman" panose="02020603050405020304"/>
              </a:rPr>
              <a:t>BATCH NO : 03                 DEPARTMENT OF ARTIFICIAL INTELLIGENCE AND DATA SCIENCE</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46"/>
        <p:cNvGrpSpPr/>
        <p:nvPr/>
      </p:nvGrpSpPr>
      <p:grpSpPr>
        <a:xfrm>
          <a:off x="0" y="0"/>
          <a:ext cx="0" cy="0"/>
          <a:chOff x="0" y="0"/>
          <a:chExt cx="0" cy="0"/>
        </a:xfrm>
      </p:grpSpPr>
      <p:sp>
        <p:nvSpPr>
          <p:cNvPr id="647" name="Google Shape;647;p23"/>
          <p:cNvSpPr txBox="1"/>
          <p:nvPr/>
        </p:nvSpPr>
        <p:spPr>
          <a:xfrm>
            <a:off x="1752600" y="342900"/>
            <a:ext cx="12496800" cy="676910"/>
          </a:xfrm>
          <a:prstGeom prst="rect">
            <a:avLst/>
          </a:prstGeom>
          <a:noFill/>
          <a:ln>
            <a:noFill/>
          </a:ln>
        </p:spPr>
        <p:txBody>
          <a:bodyPr spcFirstLastPara="1" wrap="square" lIns="0" tIns="0" rIns="0" bIns="0" anchor="t" anchorCtr="0">
            <a:spAutoFit/>
          </a:bodyPr>
          <a:lstStyle/>
          <a:p>
            <a:pPr marL="0" marR="0" lvl="0" indent="-279400" algn="l" rtl="0">
              <a:lnSpc>
                <a:spcPct val="100000"/>
              </a:lnSpc>
              <a:spcBef>
                <a:spcPts val="0"/>
              </a:spcBef>
              <a:spcAft>
                <a:spcPts val="0"/>
              </a:spcAft>
              <a:buClr>
                <a:schemeClr val="dk1"/>
              </a:buClr>
              <a:buSzPts val="4400"/>
              <a:buFont typeface="Arial" panose="020B0604020202020204"/>
              <a:buChar char="•"/>
            </a:pPr>
            <a:r>
              <a:rPr 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Methodology / Architecture</a:t>
            </a:r>
            <a:endParaRPr 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648" name="Google Shape;648;p23"/>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panose="020B0503020204020204"/>
              <a:buNone/>
            </a:pPr>
            <a:endParaRPr lang="en-US" sz="1600" b="0" i="0" u="none">
              <a:solidFill>
                <a:srgbClr val="7F7F7F"/>
              </a:solidFill>
              <a:latin typeface="Times New Roman" panose="02020603050405020304" charset="0"/>
              <a:ea typeface="Corbel" panose="020B0503020204020204"/>
              <a:cs typeface="Times New Roman" panose="02020603050405020304" charset="0"/>
              <a:sym typeface="Corbel" panose="020B0503020204020204"/>
            </a:endParaRPr>
          </a:p>
        </p:txBody>
      </p:sp>
      <p:sp>
        <p:nvSpPr>
          <p:cNvPr id="649" name="Google Shape;649;p23"/>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panose="020B0503020204020204"/>
              <a:buNone/>
            </a:pPr>
            <a:fld id="{00000000-1234-1234-1234-123412341234}" type="slidenum">
              <a:rPr lang="en-US" sz="1800" b="1" i="0" u="none">
                <a:solidFill>
                  <a:schemeClr val="accent1"/>
                </a:solidFill>
                <a:latin typeface="Corbel" panose="020B0503020204020204"/>
                <a:ea typeface="Corbel" panose="020B0503020204020204"/>
                <a:cs typeface="Corbel" panose="020B0503020204020204"/>
                <a:sym typeface="Corbel" panose="020B0503020204020204"/>
              </a:rPr>
            </a:fld>
            <a:endParaRPr lang="en-US" sz="1800" b="1" i="0" u="none">
              <a:solidFill>
                <a:schemeClr val="accent1"/>
              </a:solidFill>
              <a:latin typeface="Corbel" panose="020B0503020204020204"/>
              <a:ea typeface="Corbel" panose="020B0503020204020204"/>
              <a:cs typeface="Corbel" panose="020B0503020204020204"/>
              <a:sym typeface="Corbel" panose="020B0503020204020204"/>
            </a:endParaRPr>
          </a:p>
        </p:txBody>
      </p:sp>
      <p:sp>
        <p:nvSpPr>
          <p:cNvPr id="651" name="Google Shape;651;p23"/>
          <p:cNvSpPr txBox="1"/>
          <p:nvPr/>
        </p:nvSpPr>
        <p:spPr>
          <a:xfrm>
            <a:off x="1371600" y="1790700"/>
            <a:ext cx="16002000" cy="75977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800"/>
              </a:spcBef>
              <a:spcAft>
                <a:spcPts val="0"/>
              </a:spcAft>
              <a:buNone/>
            </a:pPr>
            <a:endParaRPr sz="24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2"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panose="02020603050405020304"/>
              <a:buNone/>
            </a:pPr>
            <a:r>
              <a:rPr lang="en-US" sz="1600" b="0" i="0" u="none" dirty="0">
                <a:solidFill>
                  <a:srgbClr val="7F7F7F"/>
                </a:solidFill>
                <a:latin typeface="Times New Roman" panose="02020603050405020304"/>
                <a:ea typeface="Times New Roman" panose="02020603050405020304"/>
                <a:cs typeface="Times New Roman" panose="02020603050405020304"/>
                <a:sym typeface="Times New Roman" panose="02020603050405020304"/>
              </a:rPr>
              <a:t>BATCH NO : 03                DEPARTMENT OF ARTIFICIAL INTELLIGENCE AND DATA SCIENCE</a:t>
            </a:r>
            <a:endParaRPr dirty="0"/>
          </a:p>
        </p:txBody>
      </p:sp>
      <p:pic>
        <p:nvPicPr>
          <p:cNvPr id="3" name="Picture 2"/>
          <p:cNvPicPr>
            <a:picLocks noChangeAspect="1"/>
          </p:cNvPicPr>
          <p:nvPr/>
        </p:nvPicPr>
        <p:blipFill>
          <a:blip r:embed="rId1"/>
          <a:stretch>
            <a:fillRect/>
          </a:stretch>
        </p:blipFill>
        <p:spPr>
          <a:xfrm>
            <a:off x="3950970" y="1430655"/>
            <a:ext cx="9998075" cy="76981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55"/>
        <p:cNvGrpSpPr/>
        <p:nvPr/>
      </p:nvGrpSpPr>
      <p:grpSpPr>
        <a:xfrm>
          <a:off x="0" y="0"/>
          <a:ext cx="0" cy="0"/>
          <a:chOff x="0" y="0"/>
          <a:chExt cx="0" cy="0"/>
        </a:xfrm>
      </p:grpSpPr>
      <p:sp>
        <p:nvSpPr>
          <p:cNvPr id="657" name="Google Shape;657;p24"/>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panose="020B0503020204020204"/>
              <a:buNone/>
            </a:pPr>
            <a:fld id="{00000000-1234-1234-1234-123412341234}" type="slidenum">
              <a:rPr lang="en-US" sz="1800" b="1" i="0" u="none">
                <a:solidFill>
                  <a:schemeClr val="accent1"/>
                </a:solidFill>
                <a:latin typeface="Corbel" panose="020B0503020204020204"/>
                <a:ea typeface="Corbel" panose="020B0503020204020204"/>
                <a:cs typeface="Corbel" panose="020B0503020204020204"/>
                <a:sym typeface="Corbel" panose="020B0503020204020204"/>
              </a:rPr>
            </a:fld>
            <a:endParaRPr lang="en-US" sz="1800" b="1" i="0" u="none">
              <a:solidFill>
                <a:schemeClr val="accent1"/>
              </a:solidFill>
              <a:latin typeface="Corbel" panose="020B0503020204020204"/>
              <a:ea typeface="Corbel" panose="020B0503020204020204"/>
              <a:cs typeface="Corbel" panose="020B0503020204020204"/>
              <a:sym typeface="Corbel" panose="020B0503020204020204"/>
            </a:endParaRPr>
          </a:p>
        </p:txBody>
      </p:sp>
      <p:sp>
        <p:nvSpPr>
          <p:cNvPr id="659" name="Google Shape;659;p24"/>
          <p:cNvSpPr txBox="1"/>
          <p:nvPr/>
        </p:nvSpPr>
        <p:spPr>
          <a:xfrm>
            <a:off x="1600200" y="1181100"/>
            <a:ext cx="10896600" cy="7670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4400"/>
              <a:buFont typeface="Arial" panose="020B0604020202020204"/>
              <a:buNone/>
            </a:pPr>
            <a:r>
              <a:rPr 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Algorithm with Description</a:t>
            </a:r>
            <a:endParaRPr 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2"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panose="02020603050405020304"/>
              <a:buNone/>
            </a:pPr>
            <a:r>
              <a:rPr lang="en-US" sz="1600" b="0" i="0" u="none" dirty="0">
                <a:solidFill>
                  <a:srgbClr val="7F7F7F"/>
                </a:solidFill>
                <a:latin typeface="Times New Roman" panose="02020603050405020304"/>
                <a:ea typeface="Times New Roman" panose="02020603050405020304"/>
                <a:cs typeface="Times New Roman" panose="02020603050405020304"/>
                <a:sym typeface="Times New Roman" panose="02020603050405020304"/>
              </a:rPr>
              <a:t>BATCH NO : 03                 DEPARTMENT OF ARTIFICIAL INTELLIGENCE AND DATA SCIENCE</a:t>
            </a:r>
            <a:endParaRPr dirty="0"/>
          </a:p>
        </p:txBody>
      </p:sp>
      <p:pic>
        <p:nvPicPr>
          <p:cNvPr id="3" name="Picture 2" descr="Screenshot 2026-04-19 190555"/>
          <p:cNvPicPr>
            <a:picLocks noChangeAspect="1"/>
          </p:cNvPicPr>
          <p:nvPr/>
        </p:nvPicPr>
        <p:blipFill>
          <a:blip r:embed="rId1"/>
          <a:stretch>
            <a:fillRect/>
          </a:stretch>
        </p:blipFill>
        <p:spPr>
          <a:xfrm>
            <a:off x="1600200" y="2138680"/>
            <a:ext cx="14652625" cy="668464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64"/>
        <p:cNvGrpSpPr/>
        <p:nvPr/>
      </p:nvGrpSpPr>
      <p:grpSpPr>
        <a:xfrm>
          <a:off x="0" y="0"/>
          <a:ext cx="0" cy="0"/>
          <a:chOff x="0" y="0"/>
          <a:chExt cx="0" cy="0"/>
        </a:xfrm>
      </p:grpSpPr>
      <p:sp>
        <p:nvSpPr>
          <p:cNvPr id="666" name="Google Shape;666;p25"/>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panose="020B0503020204020204"/>
              <a:buNone/>
            </a:pPr>
            <a:fld id="{00000000-1234-1234-1234-123412341234}" type="slidenum">
              <a:rPr lang="en-US" sz="1800" b="1" i="0" u="none">
                <a:solidFill>
                  <a:schemeClr val="accent1"/>
                </a:solidFill>
                <a:latin typeface="Corbel" panose="020B0503020204020204"/>
                <a:ea typeface="Corbel" panose="020B0503020204020204"/>
                <a:cs typeface="Corbel" panose="020B0503020204020204"/>
                <a:sym typeface="Corbel" panose="020B0503020204020204"/>
              </a:rPr>
            </a:fld>
            <a:endParaRPr lang="en-US" sz="1800" b="1" i="0" u="none">
              <a:solidFill>
                <a:schemeClr val="accent1"/>
              </a:solidFill>
              <a:latin typeface="Corbel" panose="020B0503020204020204"/>
              <a:ea typeface="Corbel" panose="020B0503020204020204"/>
              <a:cs typeface="Corbel" panose="020B0503020204020204"/>
              <a:sym typeface="Corbel" panose="020B0503020204020204"/>
            </a:endParaRPr>
          </a:p>
        </p:txBody>
      </p:sp>
      <p:sp>
        <p:nvSpPr>
          <p:cNvPr id="668" name="Google Shape;668;p25"/>
          <p:cNvSpPr txBox="1"/>
          <p:nvPr/>
        </p:nvSpPr>
        <p:spPr>
          <a:xfrm>
            <a:off x="1600200" y="1181100"/>
            <a:ext cx="10896600" cy="7670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4400"/>
              <a:buFont typeface="Arial" panose="020B0604020202020204"/>
              <a:buNone/>
            </a:pPr>
            <a:r>
              <a:rPr 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Algorithm with Description (Contd..)</a:t>
            </a:r>
            <a:endParaRPr 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670" name="Google Shape;670;p25"/>
          <p:cNvSpPr txBox="1"/>
          <p:nvPr/>
        </p:nvSpPr>
        <p:spPr>
          <a:xfrm>
            <a:off x="1752600" y="2324100"/>
            <a:ext cx="10896600" cy="52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Arial" panose="020B0604020202020204"/>
              <a:buNone/>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Mathematical Representation with Description </a:t>
            </a:r>
            <a:endPar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2"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panose="02020603050405020304"/>
              <a:buNone/>
            </a:pPr>
            <a:r>
              <a:rPr lang="en-US" sz="1600" b="0" i="0" u="none" dirty="0">
                <a:solidFill>
                  <a:srgbClr val="7F7F7F"/>
                </a:solidFill>
                <a:latin typeface="Times New Roman" panose="02020603050405020304"/>
                <a:ea typeface="Times New Roman" panose="02020603050405020304"/>
                <a:cs typeface="Times New Roman" panose="02020603050405020304"/>
                <a:sym typeface="Times New Roman" panose="02020603050405020304"/>
              </a:rPr>
              <a:t>BATCH NO : 03                 DEPARTMENT OF ARTIFICIAL INTELLIGENCE AND DATA SCIENCE</a:t>
            </a:r>
            <a:endParaRPr dirty="0"/>
          </a:p>
        </p:txBody>
      </p:sp>
      <p:pic>
        <p:nvPicPr>
          <p:cNvPr id="3" name="Picture 2" descr="Screenshot 2026-04-19 190020"/>
          <p:cNvPicPr>
            <a:picLocks noChangeAspect="1"/>
          </p:cNvPicPr>
          <p:nvPr/>
        </p:nvPicPr>
        <p:blipFill>
          <a:blip r:embed="rId1"/>
          <a:stretch>
            <a:fillRect/>
          </a:stretch>
        </p:blipFill>
        <p:spPr>
          <a:xfrm>
            <a:off x="1600200" y="2966720"/>
            <a:ext cx="14754225" cy="64490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74"/>
        <p:cNvGrpSpPr/>
        <p:nvPr/>
      </p:nvGrpSpPr>
      <p:grpSpPr>
        <a:xfrm>
          <a:off x="0" y="0"/>
          <a:ext cx="0" cy="0"/>
          <a:chOff x="0" y="0"/>
          <a:chExt cx="0" cy="0"/>
        </a:xfrm>
      </p:grpSpPr>
      <p:sp>
        <p:nvSpPr>
          <p:cNvPr id="675" name="Google Shape;675;p26"/>
          <p:cNvSpPr txBox="1"/>
          <p:nvPr/>
        </p:nvSpPr>
        <p:spPr>
          <a:xfrm>
            <a:off x="1295400" y="1257300"/>
            <a:ext cx="12725400" cy="73850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4800"/>
              <a:buFont typeface="Arial" panose="020B0604020202020204"/>
              <a:buNone/>
            </a:pPr>
            <a:r>
              <a:rPr lang="en-US" sz="4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Implementation</a:t>
            </a:r>
            <a:endParaRPr lang="en-US" sz="4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grpSp>
        <p:nvGrpSpPr>
          <p:cNvPr id="676" name="Google Shape;676;p26"/>
          <p:cNvGrpSpPr/>
          <p:nvPr/>
        </p:nvGrpSpPr>
        <p:grpSpPr>
          <a:xfrm>
            <a:off x="14700250" y="7073900"/>
            <a:ext cx="5946770" cy="5946770"/>
            <a:chOff x="0" y="0"/>
            <a:chExt cx="812800" cy="812800"/>
          </a:xfrm>
        </p:grpSpPr>
        <p:sp>
          <p:nvSpPr>
            <p:cNvPr id="677" name="Google Shape;677;p2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678" name="Google Shape;678;p26"/>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grpSp>
      <p:sp>
        <p:nvSpPr>
          <p:cNvPr id="679" name="Google Shape;679;p26"/>
          <p:cNvSpPr txBox="1"/>
          <p:nvPr/>
        </p:nvSpPr>
        <p:spPr>
          <a:xfrm>
            <a:off x="5999162" y="5643562"/>
            <a:ext cx="2662200" cy="2367000"/>
          </a:xfrm>
          <a:prstGeom prst="rect">
            <a:avLst/>
          </a:prstGeom>
          <a:noFill/>
          <a:ln>
            <a:noFill/>
          </a:ln>
        </p:spPr>
        <p:txBody>
          <a:bodyPr spcFirstLastPara="1" wrap="square" lIns="0" tIns="0" rIns="0" bIns="0" anchor="t" anchorCtr="0">
            <a:spAutoFit/>
          </a:bodyPr>
          <a:lstStyle/>
          <a:p>
            <a:pPr marL="0" marR="0" lvl="0" indent="0" algn="ctr" rtl="0">
              <a:lnSpc>
                <a:spcPct val="144000"/>
              </a:lnSpc>
              <a:spcBef>
                <a:spcPts val="0"/>
              </a:spcBef>
              <a:spcAft>
                <a:spcPts val="0"/>
              </a:spcAft>
              <a:buClr>
                <a:srgbClr val="FDFDFD"/>
              </a:buClr>
              <a:buSzPts val="1600"/>
              <a:buFont typeface="Poppins"/>
              <a:buNone/>
            </a:pPr>
            <a:r>
              <a:rPr lang="en-US" sz="1600" b="0" i="0" u="none">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endParaRPr lang="en-US" sz="1600" b="0" i="0" u="none">
              <a:solidFill>
                <a:srgbClr val="FDFDFD"/>
              </a:solidFill>
              <a:latin typeface="Poppins"/>
              <a:ea typeface="Poppins"/>
              <a:cs typeface="Poppins"/>
              <a:sym typeface="Poppins"/>
            </a:endParaRPr>
          </a:p>
        </p:txBody>
      </p:sp>
      <p:sp>
        <p:nvSpPr>
          <p:cNvPr id="680" name="Google Shape;680;p26"/>
          <p:cNvSpPr txBox="1"/>
          <p:nvPr/>
        </p:nvSpPr>
        <p:spPr>
          <a:xfrm>
            <a:off x="9690100" y="5643562"/>
            <a:ext cx="2660700" cy="2367000"/>
          </a:xfrm>
          <a:prstGeom prst="rect">
            <a:avLst/>
          </a:prstGeom>
          <a:noFill/>
          <a:ln>
            <a:noFill/>
          </a:ln>
        </p:spPr>
        <p:txBody>
          <a:bodyPr spcFirstLastPara="1" wrap="square" lIns="0" tIns="0" rIns="0" bIns="0" anchor="t" anchorCtr="0">
            <a:spAutoFit/>
          </a:bodyPr>
          <a:lstStyle/>
          <a:p>
            <a:pPr marL="0" marR="0" lvl="0" indent="0" algn="ctr" rtl="0">
              <a:lnSpc>
                <a:spcPct val="144000"/>
              </a:lnSpc>
              <a:spcBef>
                <a:spcPts val="0"/>
              </a:spcBef>
              <a:spcAft>
                <a:spcPts val="0"/>
              </a:spcAft>
              <a:buClr>
                <a:srgbClr val="FDFDFD"/>
              </a:buClr>
              <a:buSzPts val="1600"/>
              <a:buFont typeface="Poppins"/>
              <a:buNone/>
            </a:pPr>
            <a:r>
              <a:rPr lang="en-US" sz="1600" b="0" i="0" u="none">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endParaRPr lang="en-US" sz="1600" b="0" i="0" u="none">
              <a:solidFill>
                <a:srgbClr val="FDFDFD"/>
              </a:solidFill>
              <a:latin typeface="Poppins"/>
              <a:ea typeface="Poppins"/>
              <a:cs typeface="Poppins"/>
              <a:sym typeface="Poppins"/>
            </a:endParaRPr>
          </a:p>
        </p:txBody>
      </p:sp>
      <p:sp>
        <p:nvSpPr>
          <p:cNvPr id="682" name="Google Shape;682;p26"/>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panose="020B0503020204020204"/>
              <a:buNone/>
            </a:pPr>
            <a:fld id="{00000000-1234-1234-1234-123412341234}" type="slidenum">
              <a:rPr lang="en-US" sz="1800" b="1" i="0" u="none">
                <a:solidFill>
                  <a:schemeClr val="accent1"/>
                </a:solidFill>
                <a:latin typeface="Corbel" panose="020B0503020204020204"/>
                <a:ea typeface="Corbel" panose="020B0503020204020204"/>
                <a:cs typeface="Corbel" panose="020B0503020204020204"/>
                <a:sym typeface="Corbel" panose="020B0503020204020204"/>
              </a:rPr>
            </a:fld>
            <a:endParaRPr lang="en-US" sz="1800" b="1" i="0" u="none">
              <a:solidFill>
                <a:schemeClr val="accent1"/>
              </a:solidFill>
              <a:latin typeface="Corbel" panose="020B0503020204020204"/>
              <a:ea typeface="Corbel" panose="020B0503020204020204"/>
              <a:cs typeface="Corbel" panose="020B0503020204020204"/>
              <a:sym typeface="Corbel" panose="020B0503020204020204"/>
            </a:endParaRPr>
          </a:p>
        </p:txBody>
      </p:sp>
      <p:sp>
        <p:nvSpPr>
          <p:cNvPr id="684" name="Google Shape;684;p26"/>
          <p:cNvSpPr txBox="1"/>
          <p:nvPr/>
        </p:nvSpPr>
        <p:spPr>
          <a:xfrm>
            <a:off x="1295400" y="2400300"/>
            <a:ext cx="15697200" cy="8983345"/>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00000"/>
              </a:lnSpc>
              <a:spcBef>
                <a:spcPts val="0"/>
              </a:spcBef>
              <a:spcAft>
                <a:spcPts val="0"/>
              </a:spcAft>
              <a:buClr>
                <a:schemeClr val="dk1"/>
              </a:buClr>
              <a:buSzPts val="2400"/>
              <a:buFont typeface="Arial" panose="020B0604020202020204"/>
              <a:buChar char="•"/>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Data Acquisition</a:t>
            </a:r>
            <a:r>
              <a:rPr lang="en-US" sz="24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a:t>
            </a:r>
            <a:r>
              <a:rPr 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 </a:t>
            </a: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Historical and real-time traffic data are collected from traffic sensors, GPS devices, road cameras, and publicly available traffic datasets. The collected data include vehicle count, traffic speed, road occupancy, and congestion levels. The data are stored in CSV format and processed using Python.</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endParaRPr lang="en-US" altLang="en-US" sz="28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Data Preprocessing</a:t>
            </a:r>
            <a:r>
              <a:rPr lang="en-US" sz="24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a:t>
            </a:r>
            <a:r>
              <a:rPr 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 </a:t>
            </a: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The collected traffic data are cleaned by removing missing and duplicate values. Data normalization and feature extraction are performed to convert the raw data into spatial and temporal sequences suitable for the CTNS model. Python libraries such as NumPy, Pandas, and Scikit-learn are used.</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Machine Learning Model</a:t>
            </a:r>
            <a:r>
              <a:rPr lang="en-US" sz="24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a:t>
            </a:r>
            <a:r>
              <a:rPr 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 </a:t>
            </a: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The project uses a CTNS-based deep learning model for traffic prediction. The model is trained using historical traffic data and evaluated using performance metrics such as Mean Squared Error (MSE), Root Mean Squared Error (RMSE), and Mean Absolute Percentage Error (MAPE).</a:t>
            </a:r>
            <a:endParaRPr lang="en-US" sz="24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Traffic Prediction Module – Predicts future traffic conditions using CTNS.</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Congestion Detection Module – Identifies highly congested road segments.</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Route Recommendation Module – Suggests the optimal route with minimum travel time.</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Visualization Module – Displays traffic trends and prediction results in graphical form.</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15000"/>
              </a:lnSpc>
              <a:spcBef>
                <a:spcPts val="800"/>
              </a:spcBef>
              <a:spcAft>
                <a:spcPts val="0"/>
              </a:spcAft>
              <a:buClr>
                <a:schemeClr val="dk1"/>
              </a:buClr>
              <a:buSzPts val="2400"/>
              <a:buFont typeface="Arial" panose="020B0604020202020204"/>
              <a:buNone/>
            </a:pPr>
            <a:endParaRPr lang="en-US" sz="2400" b="1" i="0" u="none">
              <a:solidFill>
                <a:schemeClr val="dk1"/>
              </a:solidFill>
              <a:latin typeface="Arial" panose="020B0604020202020204"/>
              <a:ea typeface="Arial" panose="020B0604020202020204"/>
              <a:cs typeface="Arial" panose="020B0604020202020204"/>
              <a:sym typeface="Arial" panose="020B0604020202020204"/>
            </a:endParaRPr>
          </a:p>
          <a:p>
            <a:pPr marL="342900" marR="0" lvl="0" indent="-190500" algn="just" rtl="0">
              <a:lnSpc>
                <a:spcPct val="100000"/>
              </a:lnSpc>
              <a:spcBef>
                <a:spcPts val="800"/>
              </a:spcBef>
              <a:spcAft>
                <a:spcPts val="0"/>
              </a:spcAft>
              <a:buClr>
                <a:schemeClr val="dk1"/>
              </a:buClr>
              <a:buSzPts val="2400"/>
              <a:buFont typeface="Arial" panose="020B0604020202020204"/>
              <a:buNone/>
            </a:pPr>
            <a:endParaRPr sz="2400" b="0" i="0" u="none">
              <a:solidFill>
                <a:schemeClr val="dk1"/>
              </a:solidFill>
              <a:latin typeface="Arial" panose="020B0604020202020204"/>
              <a:ea typeface="Arial" panose="020B0604020202020204"/>
              <a:cs typeface="Arial" panose="020B0604020202020204"/>
              <a:sym typeface="Arial" panose="020B0604020202020204"/>
            </a:endParaRPr>
          </a:p>
          <a:p>
            <a:pPr marL="342900" marR="0" lvl="0" indent="-190500" algn="just" rtl="0">
              <a:lnSpc>
                <a:spcPct val="100000"/>
              </a:lnSpc>
              <a:spcBef>
                <a:spcPts val="0"/>
              </a:spcBef>
              <a:spcAft>
                <a:spcPts val="0"/>
              </a:spcAft>
              <a:buClr>
                <a:schemeClr val="dk1"/>
              </a:buClr>
              <a:buSzPts val="2400"/>
              <a:buFont typeface="Arial" panose="020B0604020202020204"/>
              <a:buNone/>
            </a:pPr>
            <a:endParaRPr sz="2400" b="0" i="0" u="none">
              <a:solidFill>
                <a:schemeClr val="dk1"/>
              </a:solidFill>
              <a:latin typeface="Arial" panose="020B0604020202020204"/>
              <a:ea typeface="Arial" panose="020B0604020202020204"/>
              <a:cs typeface="Arial" panose="020B0604020202020204"/>
              <a:sym typeface="Arial" panose="020B0604020202020204"/>
            </a:endParaRPr>
          </a:p>
          <a:p>
            <a:pPr marL="342900" marR="0" lvl="0" indent="-190500" algn="just" rtl="0">
              <a:lnSpc>
                <a:spcPct val="100000"/>
              </a:lnSpc>
              <a:spcBef>
                <a:spcPts val="0"/>
              </a:spcBef>
              <a:spcAft>
                <a:spcPts val="0"/>
              </a:spcAft>
              <a:buClr>
                <a:schemeClr val="dk1"/>
              </a:buClr>
              <a:buSzPts val="2400"/>
              <a:buFont typeface="Arial" panose="020B0604020202020204"/>
              <a:buNone/>
            </a:pPr>
            <a:endParaRPr sz="2400" b="0" i="0" u="none">
              <a:solidFill>
                <a:schemeClr val="dk1"/>
              </a:solidFill>
              <a:latin typeface="Arial" panose="020B0604020202020204"/>
              <a:ea typeface="Arial" panose="020B0604020202020204"/>
              <a:cs typeface="Arial" panose="020B0604020202020204"/>
              <a:sym typeface="Arial" panose="020B0604020202020204"/>
            </a:endParaRPr>
          </a:p>
          <a:p>
            <a:pPr marL="342900" marR="0" lvl="0" indent="-190500" algn="just" rtl="0">
              <a:lnSpc>
                <a:spcPct val="100000"/>
              </a:lnSpc>
              <a:spcBef>
                <a:spcPts val="0"/>
              </a:spcBef>
              <a:spcAft>
                <a:spcPts val="0"/>
              </a:spcAft>
              <a:buClr>
                <a:schemeClr val="dk1"/>
              </a:buClr>
              <a:buSzPts val="2400"/>
              <a:buFont typeface="Arial" panose="020B0604020202020204"/>
              <a:buNone/>
            </a:pPr>
            <a:endParaRPr sz="2400" b="0"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endParaRPr sz="24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2"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panose="02020603050405020304"/>
              <a:buNone/>
            </a:pPr>
            <a:r>
              <a:rPr lang="en-US" sz="1600" b="0" i="0" u="none" dirty="0">
                <a:solidFill>
                  <a:srgbClr val="7F7F7F"/>
                </a:solidFill>
                <a:latin typeface="Times New Roman" panose="02020603050405020304"/>
                <a:ea typeface="Times New Roman" panose="02020603050405020304"/>
                <a:cs typeface="Times New Roman" panose="02020603050405020304"/>
                <a:sym typeface="Times New Roman" panose="02020603050405020304"/>
              </a:rPr>
              <a:t>BATCH NO : 03                DEPARTMENT OF ARTIFICIAL INTELLIGENCE AND DATA SCIENCE</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88"/>
        <p:cNvGrpSpPr/>
        <p:nvPr/>
      </p:nvGrpSpPr>
      <p:grpSpPr>
        <a:xfrm>
          <a:off x="0" y="0"/>
          <a:ext cx="0" cy="0"/>
          <a:chOff x="0" y="0"/>
          <a:chExt cx="0" cy="0"/>
        </a:xfrm>
      </p:grpSpPr>
      <p:sp>
        <p:nvSpPr>
          <p:cNvPr id="689" name="Google Shape;689;p27"/>
          <p:cNvSpPr txBox="1"/>
          <p:nvPr/>
        </p:nvSpPr>
        <p:spPr>
          <a:xfrm>
            <a:off x="1295400" y="1257300"/>
            <a:ext cx="12725400" cy="967105"/>
          </a:xfrm>
          <a:prstGeom prst="rect">
            <a:avLst/>
          </a:prstGeom>
          <a:noFill/>
          <a:ln>
            <a:noFill/>
          </a:ln>
        </p:spPr>
        <p:txBody>
          <a:bodyPr spcFirstLastPara="1" wrap="square" lIns="0" tIns="0" rIns="0" bIns="0" anchor="t" anchorCtr="0">
            <a:spAutoFit/>
          </a:bodyPr>
          <a:lstStyle/>
          <a:p>
            <a:pPr marL="0" marR="0" lvl="0" indent="0" algn="l" rtl="0">
              <a:lnSpc>
                <a:spcPct val="131000"/>
              </a:lnSpc>
              <a:spcBef>
                <a:spcPts val="0"/>
              </a:spcBef>
              <a:spcAft>
                <a:spcPts val="0"/>
              </a:spcAft>
              <a:buClr>
                <a:srgbClr val="051D40"/>
              </a:buClr>
              <a:buSzPts val="4800"/>
              <a:buFont typeface="Arial" panose="020B0604020202020204"/>
              <a:buNone/>
            </a:pPr>
            <a:r>
              <a:rPr lang="en-US" sz="4800" b="1" i="0" u="none">
                <a:solidFill>
                  <a:srgbClr val="051D40"/>
                </a:solidFill>
                <a:latin typeface="Times New Roman" panose="02020603050405020304" charset="0"/>
                <a:ea typeface="Arial" panose="020B0604020202020204"/>
                <a:cs typeface="Times New Roman" panose="02020603050405020304" charset="0"/>
                <a:sym typeface="Arial" panose="020B0604020202020204"/>
              </a:rPr>
              <a:t>Testing &amp; Validation</a:t>
            </a:r>
            <a:endParaRPr lang="en-US" sz="4800" b="1" i="0" u="none">
              <a:solidFill>
                <a:srgbClr val="051D40"/>
              </a:solidFill>
              <a:latin typeface="Times New Roman" panose="02020603050405020304" charset="0"/>
              <a:ea typeface="Arial" panose="020B0604020202020204"/>
              <a:cs typeface="Times New Roman" panose="02020603050405020304" charset="0"/>
              <a:sym typeface="Arial" panose="020B0604020202020204"/>
            </a:endParaRPr>
          </a:p>
        </p:txBody>
      </p:sp>
      <p:grpSp>
        <p:nvGrpSpPr>
          <p:cNvPr id="690" name="Google Shape;690;p27"/>
          <p:cNvGrpSpPr/>
          <p:nvPr/>
        </p:nvGrpSpPr>
        <p:grpSpPr>
          <a:xfrm>
            <a:off x="14700250" y="7073900"/>
            <a:ext cx="5946770" cy="5946770"/>
            <a:chOff x="0" y="0"/>
            <a:chExt cx="812800" cy="812800"/>
          </a:xfrm>
        </p:grpSpPr>
        <p:sp>
          <p:nvSpPr>
            <p:cNvPr id="691" name="Google Shape;691;p2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692" name="Google Shape;692;p27"/>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grpSp>
      <p:sp>
        <p:nvSpPr>
          <p:cNvPr id="693" name="Google Shape;693;p27"/>
          <p:cNvSpPr txBox="1"/>
          <p:nvPr/>
        </p:nvSpPr>
        <p:spPr>
          <a:xfrm>
            <a:off x="5999162" y="5643562"/>
            <a:ext cx="2662200" cy="2367000"/>
          </a:xfrm>
          <a:prstGeom prst="rect">
            <a:avLst/>
          </a:prstGeom>
          <a:noFill/>
          <a:ln>
            <a:noFill/>
          </a:ln>
        </p:spPr>
        <p:txBody>
          <a:bodyPr spcFirstLastPara="1" wrap="square" lIns="0" tIns="0" rIns="0" bIns="0" anchor="t" anchorCtr="0">
            <a:spAutoFit/>
          </a:bodyPr>
          <a:lstStyle/>
          <a:p>
            <a:pPr marL="0" marR="0" lvl="0" indent="0" algn="ctr" rtl="0">
              <a:lnSpc>
                <a:spcPct val="144000"/>
              </a:lnSpc>
              <a:spcBef>
                <a:spcPts val="0"/>
              </a:spcBef>
              <a:spcAft>
                <a:spcPts val="0"/>
              </a:spcAft>
              <a:buClr>
                <a:srgbClr val="FDFDFD"/>
              </a:buClr>
              <a:buSzPts val="1600"/>
              <a:buFont typeface="Poppins"/>
              <a:buNone/>
            </a:pPr>
            <a:r>
              <a:rPr lang="en-US" sz="1600" b="0" i="0" u="none">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endParaRPr lang="en-US" sz="1600" b="0" i="0" u="none">
              <a:solidFill>
                <a:srgbClr val="FDFDFD"/>
              </a:solidFill>
              <a:latin typeface="Poppins"/>
              <a:ea typeface="Poppins"/>
              <a:cs typeface="Poppins"/>
              <a:sym typeface="Poppins"/>
            </a:endParaRPr>
          </a:p>
        </p:txBody>
      </p:sp>
      <p:sp>
        <p:nvSpPr>
          <p:cNvPr id="694" name="Google Shape;694;p27"/>
          <p:cNvSpPr txBox="1"/>
          <p:nvPr/>
        </p:nvSpPr>
        <p:spPr>
          <a:xfrm>
            <a:off x="9690100" y="5643562"/>
            <a:ext cx="2660700" cy="2367000"/>
          </a:xfrm>
          <a:prstGeom prst="rect">
            <a:avLst/>
          </a:prstGeom>
          <a:noFill/>
          <a:ln>
            <a:noFill/>
          </a:ln>
        </p:spPr>
        <p:txBody>
          <a:bodyPr spcFirstLastPara="1" wrap="square" lIns="0" tIns="0" rIns="0" bIns="0" anchor="t" anchorCtr="0">
            <a:spAutoFit/>
          </a:bodyPr>
          <a:lstStyle/>
          <a:p>
            <a:pPr marL="0" marR="0" lvl="0" indent="0" algn="ctr" rtl="0">
              <a:lnSpc>
                <a:spcPct val="144000"/>
              </a:lnSpc>
              <a:spcBef>
                <a:spcPts val="0"/>
              </a:spcBef>
              <a:spcAft>
                <a:spcPts val="0"/>
              </a:spcAft>
              <a:buClr>
                <a:srgbClr val="FDFDFD"/>
              </a:buClr>
              <a:buSzPts val="1600"/>
              <a:buFont typeface="Poppins"/>
              <a:buNone/>
            </a:pPr>
            <a:r>
              <a:rPr lang="en-US" sz="1600" b="0" i="0" u="none">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endParaRPr lang="en-US" sz="1600" b="0" i="0" u="none">
              <a:solidFill>
                <a:srgbClr val="FDFDFD"/>
              </a:solidFill>
              <a:latin typeface="Poppins"/>
              <a:ea typeface="Poppins"/>
              <a:cs typeface="Poppins"/>
              <a:sym typeface="Poppins"/>
            </a:endParaRPr>
          </a:p>
        </p:txBody>
      </p:sp>
      <p:sp>
        <p:nvSpPr>
          <p:cNvPr id="695" name="Google Shape;695;p27"/>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panose="020B0503020204020204"/>
              <a:buNone/>
            </a:pPr>
            <a:endParaRPr lang="en-US" sz="1600" b="0" i="0" u="none">
              <a:solidFill>
                <a:srgbClr val="7F7F7F"/>
              </a:solidFill>
              <a:latin typeface="Times New Roman" panose="02020603050405020304" charset="0"/>
              <a:ea typeface="Corbel" panose="020B0503020204020204"/>
              <a:cs typeface="Times New Roman" panose="02020603050405020304" charset="0"/>
              <a:sym typeface="Corbel" panose="020B0503020204020204"/>
            </a:endParaRPr>
          </a:p>
        </p:txBody>
      </p:sp>
      <p:sp>
        <p:nvSpPr>
          <p:cNvPr id="696" name="Google Shape;696;p27"/>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panose="020B0503020204020204"/>
              <a:buNone/>
            </a:pPr>
            <a:fld id="{00000000-1234-1234-1234-123412341234}" type="slidenum">
              <a:rPr lang="en-US" sz="1800" b="1" i="0" u="none">
                <a:solidFill>
                  <a:schemeClr val="accent1"/>
                </a:solidFill>
                <a:latin typeface="Corbel" panose="020B0503020204020204"/>
                <a:ea typeface="Corbel" panose="020B0503020204020204"/>
                <a:cs typeface="Corbel" panose="020B0503020204020204"/>
                <a:sym typeface="Corbel" panose="020B0503020204020204"/>
              </a:rPr>
            </a:fld>
            <a:endParaRPr lang="en-US" sz="1800" b="1" i="0" u="none">
              <a:solidFill>
                <a:schemeClr val="accent1"/>
              </a:solidFill>
              <a:latin typeface="Corbel" panose="020B0503020204020204"/>
              <a:ea typeface="Corbel" panose="020B0503020204020204"/>
              <a:cs typeface="Corbel" panose="020B0503020204020204"/>
              <a:sym typeface="Corbel" panose="020B0503020204020204"/>
            </a:endParaRPr>
          </a:p>
        </p:txBody>
      </p:sp>
      <p:sp>
        <p:nvSpPr>
          <p:cNvPr id="698" name="Google Shape;698;p27"/>
          <p:cNvSpPr txBox="1"/>
          <p:nvPr/>
        </p:nvSpPr>
        <p:spPr>
          <a:xfrm>
            <a:off x="1430655" y="2400300"/>
            <a:ext cx="15561945" cy="6975475"/>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2400"/>
              <a:buFont typeface="Arial" panose="020B0604020202020204"/>
              <a:buChar char="•"/>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Testing Methodology</a:t>
            </a:r>
            <a:r>
              <a:rPr lang="en-US" sz="24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 </a:t>
            </a: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The system is tested using unit testing, integration testing, system testing, and performance testing. Unit testing verifies each individual module such as data loading and prediction. Integration testing checks whether all modules work together correctly. System testing validates the complete application, while performance testing measures prediction speed and accuracy.</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190500" algn="just" rtl="0">
              <a:lnSpc>
                <a:spcPct val="100000"/>
              </a:lnSpc>
              <a:spcBef>
                <a:spcPts val="0"/>
              </a:spcBef>
              <a:spcAft>
                <a:spcPts val="0"/>
              </a:spcAft>
              <a:buClr>
                <a:schemeClr val="dk1"/>
              </a:buClr>
              <a:buSzPts val="2400"/>
              <a:buFont typeface="Arial" panose="020B0604020202020204"/>
              <a:buNone/>
            </a:pPr>
            <a:endParaRPr sz="2400" b="0" i="0" u="none">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Test Cases</a:t>
            </a:r>
            <a:r>
              <a:rPr lang="en-US" sz="2400" b="1" i="0" u="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Traffic Data Loading: The CSV traffic dataset is provided as input. The system should load all records successfully without errors. The expected output is successful data loading. </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Data Preprocessing: Raw traffic data containing missing and duplicate values is given as input. The system performs cleaning, normalization, and feature extraction. The expected output is a clean and normalized dataset. </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Traffic Prediction: The preprocessed dataset is provided to the CTNS model. The system predicts future traffic flow and congestion levels. The expected output is accurate traffic prediction values. </a:t>
            </a:r>
            <a:endParaRPr lang="en-US" sz="2400" b="1" i="0" u="none">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endParaRPr lang="en-US" sz="2400" b="1" i="0" u="none">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r>
              <a:rPr lang="en-US" sz="2400" b="1" i="0" u="none">
                <a:solidFill>
                  <a:schemeClr val="dk1"/>
                </a:solidFill>
                <a:latin typeface="Arial" panose="020B0604020202020204"/>
                <a:ea typeface="Arial" panose="020B0604020202020204"/>
                <a:cs typeface="Arial" panose="020B0604020202020204"/>
                <a:sym typeface="Arial" panose="020B0604020202020204"/>
              </a:rPr>
              <a:t>Validation Metrics:</a:t>
            </a:r>
            <a:r>
              <a:rPr lang="en-US" sz="2400" b="0" i="0" u="none">
                <a:solidFill>
                  <a:schemeClr val="dk1"/>
                </a:solidFill>
                <a:latin typeface="Arial" panose="020B0604020202020204"/>
                <a:ea typeface="Arial" panose="020B0604020202020204"/>
                <a:cs typeface="Arial" panose="020B0604020202020204"/>
                <a:sym typeface="Arial" panose="020B0604020202020204"/>
              </a:rPr>
              <a:t> </a:t>
            </a:r>
            <a:endParaRPr lang="en-US" sz="2400" b="0" i="0" u="none">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The performance of the proposed system is evaluated using Accuracy, Precision, Recall, F1-Score, and RMSE. The model achieved an accuracy of 92.35%, showing that most traffic predictions are correct. </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The precision, recall, and F1-score are 90.21%, 91.47%, and 90.83% respectively, indicating reliable prediction of congestion conditions. The RMSE value 15.42 indicates that difference between actual and predicted traffic values is low.</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just" rtl="0">
              <a:lnSpc>
                <a:spcPct val="100000"/>
              </a:lnSpc>
              <a:spcBef>
                <a:spcPts val="0"/>
              </a:spcBef>
              <a:spcAft>
                <a:spcPts val="0"/>
              </a:spcAft>
              <a:buClr>
                <a:schemeClr val="dk1"/>
              </a:buClr>
              <a:buSzPts val="2400"/>
              <a:buFont typeface="Arial" panose="020B0604020202020204"/>
              <a:buNone/>
            </a:pP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2"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panose="02020603050405020304"/>
              <a:buNone/>
            </a:pPr>
            <a:r>
              <a:rPr lang="en-US" sz="1600" b="0" i="0" u="none" dirty="0">
                <a:solidFill>
                  <a:srgbClr val="7F7F7F"/>
                </a:solidFill>
                <a:latin typeface="Times New Roman" panose="02020603050405020304"/>
                <a:ea typeface="Times New Roman" panose="02020603050405020304"/>
                <a:cs typeface="Times New Roman" panose="02020603050405020304"/>
                <a:sym typeface="Times New Roman" panose="02020603050405020304"/>
              </a:rPr>
              <a:t>BATCH NO : 03                DEPARTMENT OF ARTIFICIAL INTELLIGENCE AND DATA SCIENCE</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702"/>
        <p:cNvGrpSpPr/>
        <p:nvPr/>
      </p:nvGrpSpPr>
      <p:grpSpPr>
        <a:xfrm>
          <a:off x="0" y="0"/>
          <a:ext cx="0" cy="0"/>
          <a:chOff x="0" y="0"/>
          <a:chExt cx="0" cy="0"/>
        </a:xfrm>
      </p:grpSpPr>
      <p:sp>
        <p:nvSpPr>
          <p:cNvPr id="703" name="Google Shape;703;p28"/>
          <p:cNvSpPr txBox="1"/>
          <p:nvPr/>
        </p:nvSpPr>
        <p:spPr>
          <a:xfrm>
            <a:off x="1295400" y="1257300"/>
            <a:ext cx="12725400" cy="967105"/>
          </a:xfrm>
          <a:prstGeom prst="rect">
            <a:avLst/>
          </a:prstGeom>
          <a:noFill/>
          <a:ln>
            <a:noFill/>
          </a:ln>
        </p:spPr>
        <p:txBody>
          <a:bodyPr spcFirstLastPara="1" wrap="square" lIns="0" tIns="0" rIns="0" bIns="0" anchor="t" anchorCtr="0">
            <a:spAutoFit/>
          </a:bodyPr>
          <a:lstStyle/>
          <a:p>
            <a:pPr marL="0" marR="0" lvl="0" indent="0" algn="l" rtl="0">
              <a:lnSpc>
                <a:spcPct val="131000"/>
              </a:lnSpc>
              <a:spcBef>
                <a:spcPts val="0"/>
              </a:spcBef>
              <a:spcAft>
                <a:spcPts val="0"/>
              </a:spcAft>
              <a:buClr>
                <a:schemeClr val="dk1"/>
              </a:buClr>
              <a:buSzPts val="4800"/>
              <a:buFont typeface="Arial" panose="020B0604020202020204"/>
              <a:buNone/>
            </a:pPr>
            <a:r>
              <a:rPr lang="en-US" sz="4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Results &amp; Analysis</a:t>
            </a:r>
            <a:endParaRPr lang="en-US" sz="4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grpSp>
        <p:nvGrpSpPr>
          <p:cNvPr id="704" name="Google Shape;704;p28"/>
          <p:cNvGrpSpPr/>
          <p:nvPr/>
        </p:nvGrpSpPr>
        <p:grpSpPr>
          <a:xfrm>
            <a:off x="14700250" y="7073900"/>
            <a:ext cx="5946770" cy="5946770"/>
            <a:chOff x="0" y="0"/>
            <a:chExt cx="812800" cy="812800"/>
          </a:xfrm>
        </p:grpSpPr>
        <p:sp>
          <p:nvSpPr>
            <p:cNvPr id="705" name="Google Shape;705;p2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706" name="Google Shape;706;p28"/>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grpSp>
      <p:sp>
        <p:nvSpPr>
          <p:cNvPr id="707" name="Google Shape;707;p28"/>
          <p:cNvSpPr txBox="1"/>
          <p:nvPr/>
        </p:nvSpPr>
        <p:spPr>
          <a:xfrm>
            <a:off x="5999162" y="5643562"/>
            <a:ext cx="2662200" cy="2367000"/>
          </a:xfrm>
          <a:prstGeom prst="rect">
            <a:avLst/>
          </a:prstGeom>
          <a:noFill/>
          <a:ln>
            <a:noFill/>
          </a:ln>
        </p:spPr>
        <p:txBody>
          <a:bodyPr spcFirstLastPara="1" wrap="square" lIns="0" tIns="0" rIns="0" bIns="0" anchor="t" anchorCtr="0">
            <a:spAutoFit/>
          </a:bodyPr>
          <a:lstStyle/>
          <a:p>
            <a:pPr marL="0" marR="0" lvl="0" indent="0" algn="ctr" rtl="0">
              <a:lnSpc>
                <a:spcPct val="144000"/>
              </a:lnSpc>
              <a:spcBef>
                <a:spcPts val="0"/>
              </a:spcBef>
              <a:spcAft>
                <a:spcPts val="0"/>
              </a:spcAft>
              <a:buClr>
                <a:srgbClr val="FDFDFD"/>
              </a:buClr>
              <a:buSzPts val="1600"/>
              <a:buFont typeface="Poppins"/>
              <a:buNone/>
            </a:pPr>
            <a:r>
              <a:rPr lang="en-US" sz="1600" b="0" i="0" u="none">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endParaRPr lang="en-US" sz="1600" b="0" i="0" u="none">
              <a:solidFill>
                <a:srgbClr val="FDFDFD"/>
              </a:solidFill>
              <a:latin typeface="Poppins"/>
              <a:ea typeface="Poppins"/>
              <a:cs typeface="Poppins"/>
              <a:sym typeface="Poppins"/>
            </a:endParaRPr>
          </a:p>
        </p:txBody>
      </p:sp>
      <p:sp>
        <p:nvSpPr>
          <p:cNvPr id="708" name="Google Shape;708;p28"/>
          <p:cNvSpPr txBox="1"/>
          <p:nvPr/>
        </p:nvSpPr>
        <p:spPr>
          <a:xfrm>
            <a:off x="9690100" y="5643562"/>
            <a:ext cx="2660700" cy="2367000"/>
          </a:xfrm>
          <a:prstGeom prst="rect">
            <a:avLst/>
          </a:prstGeom>
          <a:noFill/>
          <a:ln>
            <a:noFill/>
          </a:ln>
        </p:spPr>
        <p:txBody>
          <a:bodyPr spcFirstLastPara="1" wrap="square" lIns="0" tIns="0" rIns="0" bIns="0" anchor="t" anchorCtr="0">
            <a:spAutoFit/>
          </a:bodyPr>
          <a:lstStyle/>
          <a:p>
            <a:pPr marL="0" marR="0" lvl="0" indent="0" algn="ctr" rtl="0">
              <a:lnSpc>
                <a:spcPct val="144000"/>
              </a:lnSpc>
              <a:spcBef>
                <a:spcPts val="0"/>
              </a:spcBef>
              <a:spcAft>
                <a:spcPts val="0"/>
              </a:spcAft>
              <a:buClr>
                <a:srgbClr val="FDFDFD"/>
              </a:buClr>
              <a:buSzPts val="1600"/>
              <a:buFont typeface="Poppins"/>
              <a:buNone/>
            </a:pPr>
            <a:r>
              <a:rPr lang="en-US" sz="1600" b="0" i="0" u="none">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endParaRPr lang="en-US" sz="1600" b="0" i="0" u="none">
              <a:solidFill>
                <a:srgbClr val="FDFDFD"/>
              </a:solidFill>
              <a:latin typeface="Poppins"/>
              <a:ea typeface="Poppins"/>
              <a:cs typeface="Poppins"/>
              <a:sym typeface="Poppins"/>
            </a:endParaRPr>
          </a:p>
        </p:txBody>
      </p:sp>
      <p:sp>
        <p:nvSpPr>
          <p:cNvPr id="709" name="Google Shape;709;p28"/>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panose="020B0503020204020204"/>
              <a:buNone/>
            </a:pPr>
            <a:endParaRPr lang="en-US" sz="1600" b="0" i="0" u="none">
              <a:solidFill>
                <a:srgbClr val="7F7F7F"/>
              </a:solidFill>
              <a:latin typeface="Times New Roman" panose="02020603050405020304" charset="0"/>
              <a:ea typeface="Corbel" panose="020B0503020204020204"/>
              <a:cs typeface="Times New Roman" panose="02020603050405020304" charset="0"/>
              <a:sym typeface="Corbel" panose="020B0503020204020204"/>
            </a:endParaRPr>
          </a:p>
        </p:txBody>
      </p:sp>
      <p:sp>
        <p:nvSpPr>
          <p:cNvPr id="710" name="Google Shape;710;p28"/>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panose="020B0503020204020204"/>
              <a:buNone/>
            </a:pPr>
            <a:fld id="{00000000-1234-1234-1234-123412341234}" type="slidenum">
              <a:rPr lang="en-US" sz="1800" b="1" i="0" u="none">
                <a:solidFill>
                  <a:schemeClr val="accent1"/>
                </a:solidFill>
                <a:latin typeface="Corbel" panose="020B0503020204020204"/>
                <a:ea typeface="Corbel" panose="020B0503020204020204"/>
                <a:cs typeface="Corbel" panose="020B0503020204020204"/>
                <a:sym typeface="Corbel" panose="020B0503020204020204"/>
              </a:rPr>
            </a:fld>
            <a:endParaRPr lang="en-US" sz="1800" b="1" i="0" u="none">
              <a:solidFill>
                <a:schemeClr val="accent1"/>
              </a:solidFill>
              <a:latin typeface="Corbel" panose="020B0503020204020204"/>
              <a:ea typeface="Corbel" panose="020B0503020204020204"/>
              <a:cs typeface="Corbel" panose="020B0503020204020204"/>
              <a:sym typeface="Corbel" panose="020B0503020204020204"/>
            </a:endParaRPr>
          </a:p>
        </p:txBody>
      </p:sp>
      <p:sp>
        <p:nvSpPr>
          <p:cNvPr id="712" name="Google Shape;712;p28"/>
          <p:cNvSpPr txBox="1"/>
          <p:nvPr/>
        </p:nvSpPr>
        <p:spPr>
          <a:xfrm>
            <a:off x="1295400" y="2400300"/>
            <a:ext cx="15697200" cy="4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713" name="Google Shape;713;p28"/>
          <p:cNvSpPr txBox="1"/>
          <p:nvPr/>
        </p:nvSpPr>
        <p:spPr>
          <a:xfrm>
            <a:off x="1296035" y="2538095"/>
            <a:ext cx="14655165" cy="635889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2400"/>
              <a:buFont typeface="Arial" panose="020B0604020202020204"/>
              <a:buNone/>
            </a:pPr>
            <a:r>
              <a:rPr lang="en-US" sz="24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Performance Metrics:</a:t>
            </a:r>
            <a:r>
              <a:rPr 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 </a:t>
            </a:r>
            <a:endParaRPr 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just" rtl="0">
              <a:lnSpc>
                <a:spcPct val="100000"/>
              </a:lnSpc>
              <a:spcBef>
                <a:spcPts val="0"/>
              </a:spcBef>
              <a:spcAft>
                <a:spcPts val="0"/>
              </a:spcAft>
              <a:buClr>
                <a:schemeClr val="dk1"/>
              </a:buClr>
              <a:buSzPts val="2400"/>
              <a:buFont typeface="Corbel" panose="020B0503020204020204"/>
              <a:buNone/>
            </a:pPr>
            <a:endParaRPr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just" rtl="0">
              <a:lnSpc>
                <a:spcPct val="100000"/>
              </a:lnSpc>
              <a:spcBef>
                <a:spcPts val="0"/>
              </a:spcBef>
              <a:spcAft>
                <a:spcPts val="0"/>
              </a:spcAft>
              <a:buClr>
                <a:schemeClr val="dk1"/>
              </a:buClr>
              <a:buSzPts val="2400"/>
              <a:buFont typeface="Corbel" panose="020B0503020204020204"/>
              <a:buNone/>
            </a:pPr>
            <a:endParaRPr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just" rtl="0">
              <a:lnSpc>
                <a:spcPct val="100000"/>
              </a:lnSpc>
              <a:spcBef>
                <a:spcPts val="0"/>
              </a:spcBef>
              <a:spcAft>
                <a:spcPts val="0"/>
              </a:spcAft>
              <a:buClr>
                <a:schemeClr val="dk1"/>
              </a:buClr>
              <a:buSzPts val="2400"/>
              <a:buFont typeface="Corbel" panose="020B0503020204020204"/>
              <a:buNone/>
            </a:pPr>
            <a:endParaRPr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just" rtl="0">
              <a:lnSpc>
                <a:spcPct val="100000"/>
              </a:lnSpc>
              <a:spcBef>
                <a:spcPts val="0"/>
              </a:spcBef>
              <a:spcAft>
                <a:spcPts val="0"/>
              </a:spcAft>
              <a:buClr>
                <a:schemeClr val="dk1"/>
              </a:buClr>
              <a:buSzPts val="2400"/>
              <a:buFont typeface="Corbel" panose="020B0503020204020204"/>
              <a:buNone/>
            </a:pPr>
            <a:endParaRPr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just" rtl="0">
              <a:lnSpc>
                <a:spcPct val="100000"/>
              </a:lnSpc>
              <a:spcBef>
                <a:spcPts val="0"/>
              </a:spcBef>
              <a:spcAft>
                <a:spcPts val="0"/>
              </a:spcAft>
              <a:buClr>
                <a:schemeClr val="dk1"/>
              </a:buClr>
              <a:buSzPts val="2400"/>
              <a:buFont typeface="Corbel" panose="020B0503020204020204"/>
              <a:buNone/>
            </a:pPr>
            <a:endParaRPr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just" rtl="0">
              <a:lnSpc>
                <a:spcPct val="100000"/>
              </a:lnSpc>
              <a:spcBef>
                <a:spcPts val="0"/>
              </a:spcBef>
              <a:spcAft>
                <a:spcPts val="0"/>
              </a:spcAft>
              <a:buClr>
                <a:schemeClr val="dk1"/>
              </a:buClr>
              <a:buSzPts val="2400"/>
              <a:buFont typeface="Corbel" panose="020B0503020204020204"/>
              <a:buNone/>
            </a:pPr>
            <a:endParaRPr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just" rtl="0">
              <a:lnSpc>
                <a:spcPct val="100000"/>
              </a:lnSpc>
              <a:spcBef>
                <a:spcPts val="0"/>
              </a:spcBef>
              <a:spcAft>
                <a:spcPts val="0"/>
              </a:spcAft>
              <a:buClr>
                <a:schemeClr val="dk1"/>
              </a:buClr>
              <a:buSzPts val="2400"/>
              <a:buFont typeface="Corbel" panose="020B0503020204020204"/>
              <a:buNone/>
            </a:pPr>
            <a:endParaRPr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just" rtl="0">
              <a:lnSpc>
                <a:spcPct val="100000"/>
              </a:lnSpc>
              <a:spcBef>
                <a:spcPts val="0"/>
              </a:spcBef>
              <a:spcAft>
                <a:spcPts val="0"/>
              </a:spcAft>
              <a:buClr>
                <a:schemeClr val="dk1"/>
              </a:buClr>
              <a:buSzPts val="2400"/>
              <a:buFont typeface="Corbel" panose="020B0503020204020204"/>
              <a:buNone/>
            </a:pPr>
            <a:endParaRPr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just" rtl="0">
              <a:lnSpc>
                <a:spcPct val="100000"/>
              </a:lnSpc>
              <a:spcBef>
                <a:spcPts val="0"/>
              </a:spcBef>
              <a:spcAft>
                <a:spcPts val="0"/>
              </a:spcAft>
              <a:buClr>
                <a:schemeClr val="dk1"/>
              </a:buClr>
              <a:buSzPts val="2400"/>
              <a:buFont typeface="Corbel" panose="020B0503020204020204"/>
              <a:buNone/>
            </a:pPr>
            <a:endParaRPr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just" rtl="0">
              <a:lnSpc>
                <a:spcPct val="100000"/>
              </a:lnSpc>
              <a:spcBef>
                <a:spcPts val="0"/>
              </a:spcBef>
              <a:spcAft>
                <a:spcPts val="0"/>
              </a:spcAft>
              <a:buClr>
                <a:schemeClr val="dk1"/>
              </a:buClr>
              <a:buSzPts val="2400"/>
              <a:buFont typeface="Corbel" panose="020B0503020204020204"/>
              <a:buNone/>
            </a:pPr>
            <a:endParaRPr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just" rtl="0">
              <a:lnSpc>
                <a:spcPct val="100000"/>
              </a:lnSpc>
              <a:spcBef>
                <a:spcPts val="0"/>
              </a:spcBef>
              <a:spcAft>
                <a:spcPts val="0"/>
              </a:spcAft>
              <a:buClr>
                <a:schemeClr val="dk1"/>
              </a:buClr>
              <a:buSzPts val="2400"/>
              <a:buFont typeface="Arial" panose="020B0604020202020204"/>
              <a:buNone/>
            </a:pPr>
            <a:endParaRPr lang="en-US" sz="24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just" rtl="0">
              <a:lnSpc>
                <a:spcPct val="100000"/>
              </a:lnSpc>
              <a:spcBef>
                <a:spcPts val="0"/>
              </a:spcBef>
              <a:spcAft>
                <a:spcPts val="0"/>
              </a:spcAft>
              <a:buClr>
                <a:schemeClr val="dk1"/>
              </a:buClr>
              <a:buSzPts val="2400"/>
              <a:buFont typeface="Arial" panose="020B0604020202020204"/>
              <a:buNone/>
            </a:pPr>
            <a:endParaRPr lang="en-US" sz="24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just" rtl="0">
              <a:lnSpc>
                <a:spcPct val="100000"/>
              </a:lnSpc>
              <a:spcBef>
                <a:spcPts val="0"/>
              </a:spcBef>
              <a:spcAft>
                <a:spcPts val="0"/>
              </a:spcAft>
              <a:buClr>
                <a:schemeClr val="dk1"/>
              </a:buClr>
              <a:buSzPts val="2400"/>
              <a:buFont typeface="Arial" panose="020B0604020202020204"/>
              <a:buNone/>
            </a:pPr>
            <a:endParaRPr 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2"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panose="02020603050405020304"/>
              <a:buNone/>
            </a:pPr>
            <a:r>
              <a:rPr lang="en-US" sz="1600" b="0" i="0" u="none" dirty="0">
                <a:solidFill>
                  <a:srgbClr val="7F7F7F"/>
                </a:solidFill>
                <a:latin typeface="Times New Roman" panose="02020603050405020304"/>
                <a:ea typeface="Times New Roman" panose="02020603050405020304"/>
                <a:cs typeface="Times New Roman" panose="02020603050405020304"/>
                <a:sym typeface="Times New Roman" panose="02020603050405020304"/>
              </a:rPr>
              <a:t>BATCH NO : 03                 DEPARTMENT OF ARTIFICIAL INTELLIGENCE AND DATA SCIENCE</a:t>
            </a:r>
            <a:endParaRPr dirty="0"/>
          </a:p>
        </p:txBody>
      </p:sp>
      <p:pic>
        <p:nvPicPr>
          <p:cNvPr id="4" name="Picture 3" descr="Screenshot 2026-04-19 202444"/>
          <p:cNvPicPr>
            <a:picLocks noChangeAspect="1"/>
          </p:cNvPicPr>
          <p:nvPr/>
        </p:nvPicPr>
        <p:blipFill>
          <a:blip r:embed="rId1"/>
          <a:stretch>
            <a:fillRect/>
          </a:stretch>
        </p:blipFill>
        <p:spPr>
          <a:xfrm>
            <a:off x="2317115" y="3143250"/>
            <a:ext cx="13331190" cy="570039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702"/>
        <p:cNvGrpSpPr/>
        <p:nvPr/>
      </p:nvGrpSpPr>
      <p:grpSpPr>
        <a:xfrm>
          <a:off x="0" y="0"/>
          <a:ext cx="0" cy="0"/>
          <a:chOff x="0" y="0"/>
          <a:chExt cx="0" cy="0"/>
        </a:xfrm>
      </p:grpSpPr>
      <p:sp>
        <p:nvSpPr>
          <p:cNvPr id="703" name="Google Shape;703;p28"/>
          <p:cNvSpPr txBox="1"/>
          <p:nvPr/>
        </p:nvSpPr>
        <p:spPr>
          <a:xfrm>
            <a:off x="1295400" y="1257300"/>
            <a:ext cx="12725400" cy="967105"/>
          </a:xfrm>
          <a:prstGeom prst="rect">
            <a:avLst/>
          </a:prstGeom>
          <a:noFill/>
          <a:ln>
            <a:noFill/>
          </a:ln>
        </p:spPr>
        <p:txBody>
          <a:bodyPr spcFirstLastPara="1" wrap="square" lIns="0" tIns="0" rIns="0" bIns="0" anchor="t" anchorCtr="0">
            <a:spAutoFit/>
          </a:bodyPr>
          <a:lstStyle/>
          <a:p>
            <a:pPr marL="0" marR="0" lvl="0" indent="0" algn="l" rtl="0">
              <a:lnSpc>
                <a:spcPct val="131000"/>
              </a:lnSpc>
              <a:spcBef>
                <a:spcPts val="0"/>
              </a:spcBef>
              <a:spcAft>
                <a:spcPts val="0"/>
              </a:spcAft>
              <a:buClr>
                <a:schemeClr val="dk1"/>
              </a:buClr>
              <a:buSzPts val="4800"/>
              <a:buFont typeface="Arial" panose="020B0604020202020204"/>
              <a:buNone/>
            </a:pPr>
            <a:r>
              <a:rPr lang="en-US" sz="4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Results &amp; Analysis</a:t>
            </a:r>
            <a:endParaRPr lang="en-US" sz="4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grpSp>
        <p:nvGrpSpPr>
          <p:cNvPr id="704" name="Google Shape;704;p28"/>
          <p:cNvGrpSpPr/>
          <p:nvPr/>
        </p:nvGrpSpPr>
        <p:grpSpPr>
          <a:xfrm>
            <a:off x="14700250" y="7073900"/>
            <a:ext cx="5946770" cy="5946770"/>
            <a:chOff x="0" y="0"/>
            <a:chExt cx="812800" cy="812800"/>
          </a:xfrm>
        </p:grpSpPr>
        <p:sp>
          <p:nvSpPr>
            <p:cNvPr id="705" name="Google Shape;705;p2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706" name="Google Shape;706;p28"/>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grpSp>
      <p:sp>
        <p:nvSpPr>
          <p:cNvPr id="707" name="Google Shape;707;p28"/>
          <p:cNvSpPr txBox="1"/>
          <p:nvPr/>
        </p:nvSpPr>
        <p:spPr>
          <a:xfrm>
            <a:off x="5999162" y="5643562"/>
            <a:ext cx="2662200" cy="2367000"/>
          </a:xfrm>
          <a:prstGeom prst="rect">
            <a:avLst/>
          </a:prstGeom>
          <a:noFill/>
          <a:ln>
            <a:noFill/>
          </a:ln>
        </p:spPr>
        <p:txBody>
          <a:bodyPr spcFirstLastPara="1" wrap="square" lIns="0" tIns="0" rIns="0" bIns="0" anchor="t" anchorCtr="0">
            <a:spAutoFit/>
          </a:bodyPr>
          <a:lstStyle/>
          <a:p>
            <a:pPr marL="0" marR="0" lvl="0" indent="0" algn="ctr" rtl="0">
              <a:lnSpc>
                <a:spcPct val="144000"/>
              </a:lnSpc>
              <a:spcBef>
                <a:spcPts val="0"/>
              </a:spcBef>
              <a:spcAft>
                <a:spcPts val="0"/>
              </a:spcAft>
              <a:buClr>
                <a:srgbClr val="FDFDFD"/>
              </a:buClr>
              <a:buSzPts val="1600"/>
              <a:buFont typeface="Poppins"/>
              <a:buNone/>
            </a:pPr>
            <a:r>
              <a:rPr lang="en-US" sz="1600" b="0" i="0" u="none">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endParaRPr lang="en-US" sz="1600" b="0" i="0" u="none">
              <a:solidFill>
                <a:srgbClr val="FDFDFD"/>
              </a:solidFill>
              <a:latin typeface="Poppins"/>
              <a:ea typeface="Poppins"/>
              <a:cs typeface="Poppins"/>
              <a:sym typeface="Poppins"/>
            </a:endParaRPr>
          </a:p>
        </p:txBody>
      </p:sp>
      <p:sp>
        <p:nvSpPr>
          <p:cNvPr id="708" name="Google Shape;708;p28"/>
          <p:cNvSpPr txBox="1"/>
          <p:nvPr/>
        </p:nvSpPr>
        <p:spPr>
          <a:xfrm>
            <a:off x="9690100" y="5643562"/>
            <a:ext cx="2660700" cy="2367000"/>
          </a:xfrm>
          <a:prstGeom prst="rect">
            <a:avLst/>
          </a:prstGeom>
          <a:noFill/>
          <a:ln>
            <a:noFill/>
          </a:ln>
        </p:spPr>
        <p:txBody>
          <a:bodyPr spcFirstLastPara="1" wrap="square" lIns="0" tIns="0" rIns="0" bIns="0" anchor="t" anchorCtr="0">
            <a:spAutoFit/>
          </a:bodyPr>
          <a:lstStyle/>
          <a:p>
            <a:pPr marL="0" marR="0" lvl="0" indent="0" algn="ctr" rtl="0">
              <a:lnSpc>
                <a:spcPct val="144000"/>
              </a:lnSpc>
              <a:spcBef>
                <a:spcPts val="0"/>
              </a:spcBef>
              <a:spcAft>
                <a:spcPts val="0"/>
              </a:spcAft>
              <a:buClr>
                <a:srgbClr val="FDFDFD"/>
              </a:buClr>
              <a:buSzPts val="1600"/>
              <a:buFont typeface="Poppins"/>
              <a:buNone/>
            </a:pPr>
            <a:r>
              <a:rPr lang="en-US" sz="1600" b="0" i="0" u="none">
                <a:solidFill>
                  <a:srgbClr val="FDFDFD"/>
                </a:solidFill>
                <a:latin typeface="Poppins"/>
                <a:ea typeface="Poppins"/>
                <a:cs typeface="Poppins"/>
                <a:sym typeface="Poppins"/>
              </a:rPr>
              <a:t>Lorem ipsum dolor sit amet, consectetur adipiscing elit. Nullam laoreet risus fringilla, egestas elit a, consequat augue. Phasellus sollicitudin felis mi, quis egestas ex ornare sed. </a:t>
            </a:r>
            <a:endParaRPr lang="en-US" sz="1600" b="0" i="0" u="none">
              <a:solidFill>
                <a:srgbClr val="FDFDFD"/>
              </a:solidFill>
              <a:latin typeface="Poppins"/>
              <a:ea typeface="Poppins"/>
              <a:cs typeface="Poppins"/>
              <a:sym typeface="Poppins"/>
            </a:endParaRPr>
          </a:p>
        </p:txBody>
      </p:sp>
      <p:sp>
        <p:nvSpPr>
          <p:cNvPr id="709" name="Google Shape;709;p28"/>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panose="020B0503020204020204"/>
              <a:buNone/>
            </a:pPr>
            <a:endParaRPr lang="en-US" sz="1600" b="0" i="0" u="none">
              <a:solidFill>
                <a:srgbClr val="7F7F7F"/>
              </a:solidFill>
              <a:latin typeface="Times New Roman" panose="02020603050405020304" charset="0"/>
              <a:ea typeface="Corbel" panose="020B0503020204020204"/>
              <a:cs typeface="Times New Roman" panose="02020603050405020304" charset="0"/>
              <a:sym typeface="Corbel" panose="020B0503020204020204"/>
            </a:endParaRPr>
          </a:p>
        </p:txBody>
      </p:sp>
      <p:sp>
        <p:nvSpPr>
          <p:cNvPr id="710" name="Google Shape;710;p28"/>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panose="020B0503020204020204"/>
              <a:buNone/>
            </a:pPr>
            <a:fld id="{00000000-1234-1234-1234-123412341234}" type="slidenum">
              <a:rPr lang="en-US" sz="1800" b="1" i="0" u="none">
                <a:solidFill>
                  <a:schemeClr val="accent1"/>
                </a:solidFill>
                <a:latin typeface="Corbel" panose="020B0503020204020204"/>
                <a:ea typeface="Corbel" panose="020B0503020204020204"/>
                <a:cs typeface="Corbel" panose="020B0503020204020204"/>
                <a:sym typeface="Corbel" panose="020B0503020204020204"/>
              </a:rPr>
            </a:fld>
            <a:endParaRPr lang="en-US" sz="1800" b="1" i="0" u="none">
              <a:solidFill>
                <a:schemeClr val="accent1"/>
              </a:solidFill>
              <a:latin typeface="Corbel" panose="020B0503020204020204"/>
              <a:ea typeface="Corbel" panose="020B0503020204020204"/>
              <a:cs typeface="Corbel" panose="020B0503020204020204"/>
              <a:sym typeface="Corbel" panose="020B0503020204020204"/>
            </a:endParaRPr>
          </a:p>
        </p:txBody>
      </p:sp>
      <p:sp>
        <p:nvSpPr>
          <p:cNvPr id="712" name="Google Shape;712;p28"/>
          <p:cNvSpPr txBox="1"/>
          <p:nvPr/>
        </p:nvSpPr>
        <p:spPr>
          <a:xfrm>
            <a:off x="1295400" y="2400300"/>
            <a:ext cx="15697200" cy="4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713" name="Google Shape;713;p28"/>
          <p:cNvSpPr txBox="1"/>
          <p:nvPr/>
        </p:nvSpPr>
        <p:spPr>
          <a:xfrm>
            <a:off x="1600200" y="2538412"/>
            <a:ext cx="14351100" cy="612267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400"/>
              <a:buFont typeface="Corbel" panose="020B0503020204020204"/>
              <a:buNone/>
            </a:pPr>
            <a:endParaRPr lang="en-US" sz="24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just" rtl="0">
              <a:lnSpc>
                <a:spcPct val="100000"/>
              </a:lnSpc>
              <a:spcBef>
                <a:spcPts val="0"/>
              </a:spcBef>
              <a:spcAft>
                <a:spcPts val="0"/>
              </a:spcAft>
              <a:buClr>
                <a:schemeClr val="dk1"/>
              </a:buClr>
              <a:buSzPts val="2400"/>
              <a:buFont typeface="Arial" panose="020B0604020202020204"/>
              <a:buNone/>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Qualitative Analysis:</a:t>
            </a:r>
            <a:endPar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pitchFamily="34" charset="0"/>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The CTNS model shows consistent prediction accuracy during both normal and peak traffic hours, indicating that it effectively captures temporal traffic patterns.</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pitchFamily="34" charset="0"/>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The model performs better in densely connected urban areas because it considers the spatial relationship between different road segments.</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pitchFamily="34" charset="0"/>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Traffic congestion is predicted more accurately during regular daily patterns, while prediction accuracy slightly decreases during unexpected events such as accidents, roadblocks, or bad weather.</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just" rtl="0">
              <a:lnSpc>
                <a:spcPct val="100000"/>
              </a:lnSpc>
              <a:spcBef>
                <a:spcPts val="0"/>
              </a:spcBef>
              <a:spcAft>
                <a:spcPts val="0"/>
              </a:spcAft>
              <a:buClr>
                <a:schemeClr val="dk1"/>
              </a:buClr>
              <a:buSzPts val="2400"/>
              <a:buFont typeface="Corbel" panose="020B0503020204020204"/>
              <a:buNone/>
            </a:pPr>
            <a:endParaRPr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just" rtl="0">
              <a:lnSpc>
                <a:spcPct val="100000"/>
              </a:lnSpc>
              <a:spcBef>
                <a:spcPts val="0"/>
              </a:spcBef>
              <a:spcAft>
                <a:spcPts val="0"/>
              </a:spcAft>
              <a:buClr>
                <a:schemeClr val="dk1"/>
              </a:buClr>
              <a:buSzPts val="2400"/>
              <a:buFont typeface="Arial" panose="020B0604020202020204"/>
              <a:buNone/>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Model Accuracy:</a:t>
            </a:r>
            <a:endPar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pitchFamily="34" charset="0"/>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The CTNS-based traffic prediction model achieved an overall accuracy of 92.35%, indicating that the system can correctly predict most traffic conditions.</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pitchFamily="34" charset="0"/>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The related evaluation metrics obtained are Precision = 90.21%, Recall = 91.47%, F1-Score = 90.83%, and RMSE = 15.42.</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pitchFamily="34" charset="0"/>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The high accuracy and low RMSE show that the difference between actual and predicted traffic values is very small.</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2"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panose="02020603050405020304"/>
              <a:buNone/>
            </a:pPr>
            <a:r>
              <a:rPr lang="en-US" sz="1600" b="0" i="0" u="none" dirty="0">
                <a:solidFill>
                  <a:srgbClr val="7F7F7F"/>
                </a:solidFill>
                <a:latin typeface="Times New Roman" panose="02020603050405020304"/>
                <a:ea typeface="Times New Roman" panose="02020603050405020304"/>
                <a:cs typeface="Times New Roman" panose="02020603050405020304"/>
                <a:sym typeface="Times New Roman" panose="02020603050405020304"/>
              </a:rPr>
              <a:t>BATCH NO : 03                DEPARTMENT OF ARTIFICIAL INTELLIGENCE AND DATA SCIENCE</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p29"/>
          <p:cNvSpPr txBox="1"/>
          <p:nvPr/>
        </p:nvSpPr>
        <p:spPr>
          <a:xfrm>
            <a:off x="723900" y="1085850"/>
            <a:ext cx="16840200" cy="967105"/>
          </a:xfrm>
          <a:prstGeom prst="rect">
            <a:avLst/>
          </a:prstGeom>
          <a:noFill/>
          <a:ln>
            <a:noFill/>
          </a:ln>
        </p:spPr>
        <p:txBody>
          <a:bodyPr spcFirstLastPara="1" wrap="square" lIns="0" tIns="0" rIns="0" bIns="0" anchor="t" anchorCtr="0">
            <a:spAutoFit/>
          </a:bodyPr>
          <a:lstStyle/>
          <a:p>
            <a:pPr marL="0" marR="0" lvl="0" indent="0" algn="l" rtl="0">
              <a:lnSpc>
                <a:spcPct val="131000"/>
              </a:lnSpc>
              <a:spcBef>
                <a:spcPts val="0"/>
              </a:spcBef>
              <a:spcAft>
                <a:spcPts val="0"/>
              </a:spcAft>
              <a:buClr>
                <a:schemeClr val="dk1"/>
              </a:buClr>
              <a:buSzPts val="4800"/>
              <a:buFont typeface="Arial" panose="020B0604020202020204"/>
              <a:buNone/>
            </a:pPr>
            <a:r>
              <a:rPr lang="en-US" sz="4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Results &amp; Analysis  </a:t>
            </a:r>
            <a:endParaRPr lang="en-US" sz="4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grpSp>
        <p:nvGrpSpPr>
          <p:cNvPr id="719" name="Google Shape;719;p29"/>
          <p:cNvGrpSpPr/>
          <p:nvPr/>
        </p:nvGrpSpPr>
        <p:grpSpPr>
          <a:xfrm>
            <a:off x="14700250" y="7073900"/>
            <a:ext cx="5946770" cy="5946770"/>
            <a:chOff x="0" y="0"/>
            <a:chExt cx="812800" cy="812800"/>
          </a:xfrm>
        </p:grpSpPr>
        <p:sp>
          <p:nvSpPr>
            <p:cNvPr id="720" name="Google Shape;720;p29"/>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721" name="Google Shape;721;p29"/>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grpSp>
      <p:sp>
        <p:nvSpPr>
          <p:cNvPr id="723" name="Google Shape;723;p29"/>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panose="020B0503020204020204"/>
              <a:buNone/>
            </a:pPr>
            <a:fld id="{00000000-1234-1234-1234-123412341234}" type="slidenum">
              <a:rPr lang="en-US" sz="1800" b="1" i="0" u="none">
                <a:solidFill>
                  <a:schemeClr val="accent1"/>
                </a:solidFill>
                <a:latin typeface="Corbel" panose="020B0503020204020204"/>
                <a:ea typeface="Corbel" panose="020B0503020204020204"/>
                <a:cs typeface="Corbel" panose="020B0503020204020204"/>
                <a:sym typeface="Corbel" panose="020B0503020204020204"/>
              </a:rPr>
            </a:fld>
            <a:endParaRPr lang="en-US" sz="1800" b="1" i="0" u="none">
              <a:solidFill>
                <a:schemeClr val="accent1"/>
              </a:solidFill>
              <a:latin typeface="Corbel" panose="020B0503020204020204"/>
              <a:ea typeface="Corbel" panose="020B0503020204020204"/>
              <a:cs typeface="Corbel" panose="020B0503020204020204"/>
              <a:sym typeface="Corbel" panose="020B0503020204020204"/>
            </a:endParaRPr>
          </a:p>
        </p:txBody>
      </p:sp>
      <p:sp>
        <p:nvSpPr>
          <p:cNvPr id="725" name="Google Shape;725;p29"/>
          <p:cNvSpPr txBox="1"/>
          <p:nvPr/>
        </p:nvSpPr>
        <p:spPr>
          <a:xfrm>
            <a:off x="1431925" y="2406650"/>
            <a:ext cx="15697200" cy="4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2"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panose="02020603050405020304"/>
              <a:buNone/>
            </a:pPr>
            <a:r>
              <a:rPr lang="en-US" sz="1600" b="0" i="0" u="none" dirty="0">
                <a:solidFill>
                  <a:srgbClr val="7F7F7F"/>
                </a:solidFill>
                <a:latin typeface="Times New Roman" panose="02020603050405020304"/>
                <a:ea typeface="Times New Roman" panose="02020603050405020304"/>
                <a:cs typeface="Times New Roman" panose="02020603050405020304"/>
                <a:sym typeface="Times New Roman" panose="02020603050405020304"/>
              </a:rPr>
              <a:t>BATCH NO : 03                 DEPARTMENT OF ARTIFICIAL INTELLIGENCE AND DATA SCIENCE</a:t>
            </a:r>
            <a:endParaRPr dirty="0"/>
          </a:p>
        </p:txBody>
      </p:sp>
      <p:pic>
        <p:nvPicPr>
          <p:cNvPr id="3" name="Picture 2" descr="Screenshot 2026-04-20 101738"/>
          <p:cNvPicPr>
            <a:picLocks noChangeAspect="1"/>
          </p:cNvPicPr>
          <p:nvPr/>
        </p:nvPicPr>
        <p:blipFill>
          <a:blip r:embed="rId1"/>
          <a:stretch>
            <a:fillRect/>
          </a:stretch>
        </p:blipFill>
        <p:spPr>
          <a:xfrm>
            <a:off x="1141730" y="2671445"/>
            <a:ext cx="15755620" cy="565848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4" name="Google Shape;744;p31"/>
          <p:cNvSpPr txBox="1"/>
          <p:nvPr/>
        </p:nvSpPr>
        <p:spPr>
          <a:xfrm>
            <a:off x="723900" y="1085850"/>
            <a:ext cx="16840200" cy="967105"/>
          </a:xfrm>
          <a:prstGeom prst="rect">
            <a:avLst/>
          </a:prstGeom>
          <a:noFill/>
          <a:ln>
            <a:noFill/>
          </a:ln>
        </p:spPr>
        <p:txBody>
          <a:bodyPr spcFirstLastPara="1" wrap="square" lIns="0" tIns="0" rIns="0" bIns="0" anchor="t" anchorCtr="0">
            <a:spAutoFit/>
          </a:bodyPr>
          <a:lstStyle/>
          <a:p>
            <a:pPr marL="0" marR="0" lvl="0" indent="0" algn="l" rtl="0">
              <a:lnSpc>
                <a:spcPct val="131000"/>
              </a:lnSpc>
              <a:spcBef>
                <a:spcPts val="0"/>
              </a:spcBef>
              <a:spcAft>
                <a:spcPts val="0"/>
              </a:spcAft>
              <a:buClr>
                <a:schemeClr val="dk1"/>
              </a:buClr>
              <a:buSzPts val="4800"/>
              <a:buFont typeface="Arial" panose="020B0604020202020204"/>
              <a:buNone/>
            </a:pPr>
            <a:r>
              <a:rPr lang="en-US" sz="4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Results &amp; Analysis</a:t>
            </a:r>
            <a:endParaRPr lang="en-US" sz="4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grpSp>
        <p:nvGrpSpPr>
          <p:cNvPr id="745" name="Google Shape;745;p31"/>
          <p:cNvGrpSpPr/>
          <p:nvPr/>
        </p:nvGrpSpPr>
        <p:grpSpPr>
          <a:xfrm>
            <a:off x="14700250" y="7073900"/>
            <a:ext cx="5946770" cy="5946770"/>
            <a:chOff x="0" y="0"/>
            <a:chExt cx="812800" cy="812800"/>
          </a:xfrm>
        </p:grpSpPr>
        <p:sp>
          <p:nvSpPr>
            <p:cNvPr id="746" name="Google Shape;746;p3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747" name="Google Shape;747;p31"/>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grpSp>
      <p:sp>
        <p:nvSpPr>
          <p:cNvPr id="749" name="Google Shape;749;p31"/>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panose="020B0503020204020204"/>
              <a:buNone/>
            </a:pPr>
            <a:fld id="{00000000-1234-1234-1234-123412341234}" type="slidenum">
              <a:rPr lang="en-US" sz="1800" b="1" i="0" u="none">
                <a:solidFill>
                  <a:schemeClr val="accent1"/>
                </a:solidFill>
                <a:latin typeface="Corbel" panose="020B0503020204020204"/>
                <a:ea typeface="Corbel" panose="020B0503020204020204"/>
                <a:cs typeface="Corbel" panose="020B0503020204020204"/>
                <a:sym typeface="Corbel" panose="020B0503020204020204"/>
              </a:rPr>
            </a:fld>
            <a:endParaRPr lang="en-US" sz="1800" b="1" i="0" u="none">
              <a:solidFill>
                <a:schemeClr val="accent1"/>
              </a:solidFill>
              <a:latin typeface="Corbel" panose="020B0503020204020204"/>
              <a:ea typeface="Corbel" panose="020B0503020204020204"/>
              <a:cs typeface="Corbel" panose="020B0503020204020204"/>
              <a:sym typeface="Corbel" panose="020B0503020204020204"/>
            </a:endParaRPr>
          </a:p>
        </p:txBody>
      </p:sp>
      <p:sp>
        <p:nvSpPr>
          <p:cNvPr id="751" name="Google Shape;751;p31"/>
          <p:cNvSpPr txBox="1"/>
          <p:nvPr/>
        </p:nvSpPr>
        <p:spPr>
          <a:xfrm>
            <a:off x="1431925" y="2406650"/>
            <a:ext cx="15697200" cy="46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2"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panose="02020603050405020304"/>
              <a:buNone/>
            </a:pPr>
            <a:r>
              <a:rPr lang="en-US" sz="1600" b="0" i="0" u="none" dirty="0">
                <a:solidFill>
                  <a:srgbClr val="7F7F7F"/>
                </a:solidFill>
                <a:latin typeface="Times New Roman" panose="02020603050405020304"/>
                <a:ea typeface="Times New Roman" panose="02020603050405020304"/>
                <a:cs typeface="Times New Roman" panose="02020603050405020304"/>
                <a:sym typeface="Times New Roman" panose="02020603050405020304"/>
              </a:rPr>
              <a:t>BATCH NO : 03                 DEPARTMENT OF ARTIFICIAL INTELLIGENCE AND DATA SCIENCE</a:t>
            </a:r>
            <a:endParaRPr dirty="0"/>
          </a:p>
        </p:txBody>
      </p:sp>
      <p:pic>
        <p:nvPicPr>
          <p:cNvPr id="4" name="Picture 3" descr="Screenshot 2026-04-20 103011"/>
          <p:cNvPicPr>
            <a:picLocks noChangeAspect="1"/>
          </p:cNvPicPr>
          <p:nvPr/>
        </p:nvPicPr>
        <p:blipFill>
          <a:blip r:embed="rId1"/>
          <a:stretch>
            <a:fillRect/>
          </a:stretch>
        </p:blipFill>
        <p:spPr>
          <a:xfrm>
            <a:off x="1431925" y="3002915"/>
            <a:ext cx="7039610" cy="5351145"/>
          </a:xfrm>
          <a:prstGeom prst="rect">
            <a:avLst/>
          </a:prstGeom>
        </p:spPr>
      </p:pic>
      <p:pic>
        <p:nvPicPr>
          <p:cNvPr id="5" name="Picture 4" descr="Screenshot 2026-04-20 103018"/>
          <p:cNvPicPr>
            <a:picLocks noChangeAspect="1"/>
          </p:cNvPicPr>
          <p:nvPr/>
        </p:nvPicPr>
        <p:blipFill>
          <a:blip r:embed="rId2"/>
          <a:stretch>
            <a:fillRect/>
          </a:stretch>
        </p:blipFill>
        <p:spPr>
          <a:xfrm>
            <a:off x="9143365" y="3375660"/>
            <a:ext cx="7594600" cy="548513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grpSp>
        <p:nvGrpSpPr>
          <p:cNvPr id="758" name="Google Shape;758;p32"/>
          <p:cNvGrpSpPr/>
          <p:nvPr/>
        </p:nvGrpSpPr>
        <p:grpSpPr>
          <a:xfrm>
            <a:off x="-2124075" y="-2346325"/>
            <a:ext cx="4692620" cy="4692620"/>
            <a:chOff x="0" y="0"/>
            <a:chExt cx="812800" cy="812800"/>
          </a:xfrm>
        </p:grpSpPr>
        <p:sp>
          <p:nvSpPr>
            <p:cNvPr id="759" name="Google Shape;759;p3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760" name="Google Shape;760;p32"/>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grpSp>
      <p:grpSp>
        <p:nvGrpSpPr>
          <p:cNvPr id="761" name="Google Shape;761;p32"/>
          <p:cNvGrpSpPr/>
          <p:nvPr/>
        </p:nvGrpSpPr>
        <p:grpSpPr>
          <a:xfrm>
            <a:off x="15573375" y="7940675"/>
            <a:ext cx="4692620" cy="4692620"/>
            <a:chOff x="0" y="0"/>
            <a:chExt cx="812800" cy="812800"/>
          </a:xfrm>
        </p:grpSpPr>
        <p:sp>
          <p:nvSpPr>
            <p:cNvPr id="762" name="Google Shape;762;p3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763" name="Google Shape;763;p32"/>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grpSp>
      <p:sp>
        <p:nvSpPr>
          <p:cNvPr id="764" name="Google Shape;764;p32"/>
          <p:cNvSpPr txBox="1"/>
          <p:nvPr/>
        </p:nvSpPr>
        <p:spPr>
          <a:xfrm>
            <a:off x="5416550" y="1885950"/>
            <a:ext cx="7455000" cy="879600"/>
          </a:xfrm>
          <a:prstGeom prst="rect">
            <a:avLst/>
          </a:prstGeom>
          <a:noFill/>
          <a:ln>
            <a:noFill/>
          </a:ln>
        </p:spPr>
        <p:txBody>
          <a:bodyPr spcFirstLastPara="1" wrap="square" lIns="0" tIns="0" rIns="0" bIns="0" anchor="t" anchorCtr="0">
            <a:spAutoFit/>
          </a:bodyPr>
          <a:lstStyle/>
          <a:p>
            <a:pPr marL="0" marR="0" lvl="0" indent="0" algn="ctr" rtl="0">
              <a:lnSpc>
                <a:spcPct val="139000"/>
              </a:lnSpc>
              <a:spcBef>
                <a:spcPts val="0"/>
              </a:spcBef>
              <a:spcAft>
                <a:spcPts val="0"/>
              </a:spcAft>
              <a:buClr>
                <a:srgbClr val="FDFDFD"/>
              </a:buClr>
              <a:buSzPts val="5100"/>
              <a:buFont typeface="Open Sans ExtraBold"/>
              <a:buNone/>
            </a:pPr>
            <a:r>
              <a:rPr lang="en-US" sz="5100" b="1" i="0" u="none">
                <a:solidFill>
                  <a:srgbClr val="FDFDFD"/>
                </a:solidFill>
                <a:latin typeface="Open Sans ExtraBold"/>
                <a:ea typeface="Open Sans ExtraBold"/>
                <a:cs typeface="Open Sans ExtraBold"/>
                <a:sym typeface="Open Sans ExtraBold"/>
              </a:rPr>
              <a:t>Concept In Business</a:t>
            </a:r>
            <a:endParaRPr lang="en-US" sz="5100" b="1" i="0" u="none">
              <a:solidFill>
                <a:srgbClr val="FDFDFD"/>
              </a:solidFill>
              <a:latin typeface="Open Sans ExtraBold"/>
              <a:ea typeface="Open Sans ExtraBold"/>
              <a:cs typeface="Open Sans ExtraBold"/>
              <a:sym typeface="Open Sans ExtraBold"/>
            </a:endParaRPr>
          </a:p>
        </p:txBody>
      </p:sp>
      <p:sp>
        <p:nvSpPr>
          <p:cNvPr id="765" name="Google Shape;765;p32"/>
          <p:cNvSpPr txBox="1"/>
          <p:nvPr/>
        </p:nvSpPr>
        <p:spPr>
          <a:xfrm>
            <a:off x="968375" y="590625"/>
            <a:ext cx="14043000" cy="612775"/>
          </a:xfrm>
          <a:prstGeom prst="rect">
            <a:avLst/>
          </a:prstGeom>
          <a:noFill/>
          <a:ln>
            <a:noFill/>
          </a:ln>
        </p:spPr>
        <p:txBody>
          <a:bodyPr spcFirstLastPara="1" wrap="square" lIns="0" tIns="0" rIns="0" bIns="0" anchor="t" anchorCtr="0">
            <a:spAutoFit/>
          </a:bodyPr>
          <a:lstStyle/>
          <a:p>
            <a:pPr marL="0" marR="0" lvl="0" indent="0" algn="l" rtl="0">
              <a:lnSpc>
                <a:spcPct val="83000"/>
              </a:lnSpc>
              <a:spcBef>
                <a:spcPts val="0"/>
              </a:spcBef>
              <a:spcAft>
                <a:spcPts val="0"/>
              </a:spcAft>
              <a:buClr>
                <a:schemeClr val="dk1"/>
              </a:buClr>
              <a:buSzPts val="4800"/>
              <a:buFont typeface="Arial" panose="020B0604020202020204"/>
              <a:buNone/>
            </a:pPr>
            <a:r>
              <a:rPr lang="en-US" sz="48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rPr>
              <a:t>Demonstration/Prototype Showcase</a:t>
            </a:r>
            <a:endParaRPr dirty="0">
              <a:latin typeface="Times New Roman" panose="02020603050405020304" charset="0"/>
              <a:cs typeface="Times New Roman" panose="02020603050405020304" charset="0"/>
            </a:endParaRPr>
          </a:p>
        </p:txBody>
      </p:sp>
      <p:sp>
        <p:nvSpPr>
          <p:cNvPr id="767" name="Google Shape;767;p32"/>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panose="020B0503020204020204"/>
              <a:buNone/>
            </a:pPr>
            <a:fld id="{00000000-1234-1234-1234-123412341234}" type="slidenum">
              <a:rPr lang="en-US" sz="1800" b="1" i="0" u="none">
                <a:solidFill>
                  <a:schemeClr val="accent1"/>
                </a:solidFill>
                <a:latin typeface="Corbel" panose="020B0503020204020204"/>
                <a:ea typeface="Corbel" panose="020B0503020204020204"/>
                <a:cs typeface="Corbel" panose="020B0503020204020204"/>
                <a:sym typeface="Corbel" panose="020B0503020204020204"/>
              </a:rPr>
            </a:fld>
            <a:endParaRPr lang="en-US" sz="1800" b="1" i="0" u="none">
              <a:solidFill>
                <a:schemeClr val="accent1"/>
              </a:solidFill>
              <a:latin typeface="Corbel" panose="020B0503020204020204"/>
              <a:ea typeface="Corbel" panose="020B0503020204020204"/>
              <a:cs typeface="Corbel" panose="020B0503020204020204"/>
              <a:sym typeface="Corbel" panose="020B0503020204020204"/>
            </a:endParaRPr>
          </a:p>
        </p:txBody>
      </p:sp>
      <p:sp>
        <p:nvSpPr>
          <p:cNvPr id="769" name="Google Shape;769;p32"/>
          <p:cNvSpPr txBox="1"/>
          <p:nvPr/>
        </p:nvSpPr>
        <p:spPr>
          <a:xfrm>
            <a:off x="941400" y="1445500"/>
            <a:ext cx="16405200" cy="759968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400"/>
              <a:buFont typeface="Corbel" panose="020B0503020204020204"/>
              <a:buNone/>
            </a:pPr>
            <a:endParaRPr sz="2400" b="0" i="0" u="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Clr>
                <a:schemeClr val="dk1"/>
              </a:buClr>
              <a:buSzPts val="2400"/>
              <a:buFont typeface="Corbel" panose="020B0503020204020204"/>
              <a:buNone/>
            </a:pPr>
            <a:endParaRPr sz="2400" b="0" i="0" u="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Clr>
                <a:schemeClr val="dk1"/>
              </a:buClr>
              <a:buSzPts val="2400"/>
              <a:buFont typeface="Corbel" panose="020B0503020204020204"/>
              <a:buNone/>
            </a:pPr>
            <a:endParaRPr sz="2400" b="0" i="0" u="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Clr>
                <a:schemeClr val="dk1"/>
              </a:buClr>
              <a:buSzPts val="2400"/>
              <a:buFont typeface="Corbel" panose="020B0503020204020204"/>
              <a:buNone/>
            </a:pPr>
            <a:endParaRPr sz="2400" b="0" i="0" u="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Clr>
                <a:schemeClr val="dk1"/>
              </a:buClr>
              <a:buSzPts val="2400"/>
              <a:buFont typeface="Corbel" panose="020B0503020204020204"/>
              <a:buNone/>
            </a:pPr>
            <a:endParaRPr sz="2400" b="0" i="0" u="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Clr>
                <a:schemeClr val="dk1"/>
              </a:buClr>
              <a:buSzPts val="2400"/>
              <a:buFont typeface="Corbel" panose="020B0503020204020204"/>
              <a:buNone/>
            </a:pPr>
            <a:endParaRPr sz="2400" b="0" i="0" u="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Clr>
                <a:schemeClr val="dk1"/>
              </a:buClr>
              <a:buSzPts val="2400"/>
              <a:buFont typeface="Corbel" panose="020B0503020204020204"/>
              <a:buNone/>
            </a:pPr>
            <a:endParaRPr sz="2400" b="0" i="0" u="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Clr>
                <a:schemeClr val="dk1"/>
              </a:buClr>
              <a:buSzPts val="2400"/>
              <a:buFont typeface="Corbel" panose="020B0503020204020204"/>
              <a:buNone/>
            </a:pPr>
            <a:endParaRPr sz="2400" b="0" i="0" u="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Clr>
                <a:schemeClr val="dk1"/>
              </a:buClr>
              <a:buSzPts val="2400"/>
              <a:buFont typeface="Corbel" panose="020B0503020204020204"/>
              <a:buNone/>
            </a:pPr>
            <a:endParaRPr sz="2400" b="0" i="0" u="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152400" algn="just" rtl="0">
              <a:lnSpc>
                <a:spcPct val="100000"/>
              </a:lnSpc>
              <a:spcBef>
                <a:spcPts val="0"/>
              </a:spcBef>
              <a:spcAft>
                <a:spcPts val="0"/>
              </a:spcAft>
              <a:buClr>
                <a:schemeClr val="dk1"/>
              </a:buClr>
              <a:buSzPts val="2400"/>
              <a:buFont typeface="Arial" panose="020B0604020202020204"/>
              <a:buChar char="•"/>
            </a:pPr>
            <a:endParaRPr lang="en-US" sz="2400" b="1" i="0" u="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152400" algn="just" rtl="0">
              <a:lnSpc>
                <a:spcPct val="100000"/>
              </a:lnSpc>
              <a:spcBef>
                <a:spcPts val="0"/>
              </a:spcBef>
              <a:spcAft>
                <a:spcPts val="0"/>
              </a:spcAft>
              <a:buClr>
                <a:schemeClr val="dk1"/>
              </a:buClr>
              <a:buSzPts val="2400"/>
              <a:buFont typeface="Arial" panose="020B0604020202020204"/>
              <a:buChar char="•"/>
            </a:pPr>
            <a:endParaRPr lang="en-US" sz="2400" b="1" i="0" u="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152400" algn="just" rtl="0">
              <a:lnSpc>
                <a:spcPct val="100000"/>
              </a:lnSpc>
              <a:spcBef>
                <a:spcPts val="0"/>
              </a:spcBef>
              <a:spcAft>
                <a:spcPts val="0"/>
              </a:spcAft>
              <a:buClr>
                <a:schemeClr val="dk1"/>
              </a:buClr>
              <a:buSzPts val="2400"/>
              <a:buFont typeface="Arial" panose="020B0604020202020204"/>
              <a:buChar char="•"/>
            </a:pPr>
            <a:r>
              <a:rPr lang="en-US" sz="28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rPr>
              <a:t>Functionality Highlight</a:t>
            </a:r>
            <a:endParaRPr lang="en-US" sz="28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152400" algn="just" rtl="0">
              <a:lnSpc>
                <a:spcPct val="100000"/>
              </a:lnSpc>
              <a:spcBef>
                <a:spcPts val="0"/>
              </a:spcBef>
              <a:spcAft>
                <a:spcPts val="0"/>
              </a:spcAft>
              <a:buClr>
                <a:schemeClr val="dk1"/>
              </a:buClr>
              <a:buSzPts val="2400"/>
              <a:buFont typeface="Arial" panose="020B0604020202020204"/>
              <a:buChar char="•"/>
            </a:pPr>
            <a:r>
              <a:rPr lang="en-US" altLang="en-US" sz="2400" dirty="0">
                <a:latin typeface="Times New Roman" panose="02020603050405020304" charset="0"/>
                <a:cs typeface="Times New Roman" panose="02020603050405020304" charset="0"/>
              </a:rPr>
              <a:t>The system predicts future traffic conditions using historical and real-time traffic data.</a:t>
            </a:r>
            <a:endParaRPr lang="en-US" altLang="en-US" sz="2400" dirty="0">
              <a:latin typeface="Times New Roman" panose="02020603050405020304" charset="0"/>
              <a:cs typeface="Times New Roman" panose="02020603050405020304" charset="0"/>
            </a:endParaRPr>
          </a:p>
          <a:p>
            <a:pPr marL="0" marR="0" lvl="0" indent="-152400" algn="just" rtl="0">
              <a:lnSpc>
                <a:spcPct val="100000"/>
              </a:lnSpc>
              <a:spcBef>
                <a:spcPts val="0"/>
              </a:spcBef>
              <a:spcAft>
                <a:spcPts val="0"/>
              </a:spcAft>
              <a:buClr>
                <a:schemeClr val="dk1"/>
              </a:buClr>
              <a:buSzPts val="2400"/>
              <a:buFont typeface="Arial" panose="020B0604020202020204"/>
              <a:buChar char="•"/>
            </a:pPr>
            <a:r>
              <a:rPr lang="en-US" altLang="en-US" sz="2400" dirty="0">
                <a:latin typeface="Times New Roman" panose="02020603050405020304" charset="0"/>
                <a:cs typeface="Times New Roman" panose="02020603050405020304" charset="0"/>
              </a:rPr>
              <a:t>Users can enter the source and destination to obtain the best route recommendation.</a:t>
            </a:r>
            <a:endParaRPr lang="en-US" altLang="en-US" sz="2400" dirty="0">
              <a:latin typeface="Times New Roman" panose="02020603050405020304" charset="0"/>
              <a:cs typeface="Times New Roman" panose="02020603050405020304" charset="0"/>
            </a:endParaRPr>
          </a:p>
          <a:p>
            <a:pPr marL="0" marR="0" lvl="0" indent="-152400" algn="just" rtl="0">
              <a:lnSpc>
                <a:spcPct val="100000"/>
              </a:lnSpc>
              <a:spcBef>
                <a:spcPts val="0"/>
              </a:spcBef>
              <a:spcAft>
                <a:spcPts val="0"/>
              </a:spcAft>
              <a:buClr>
                <a:schemeClr val="dk1"/>
              </a:buClr>
              <a:buSzPts val="2400"/>
              <a:buFont typeface="Arial" panose="020B0604020202020204"/>
              <a:buChar char="•"/>
            </a:pPr>
            <a:r>
              <a:rPr lang="en-US" altLang="en-US" sz="2400" dirty="0">
                <a:latin typeface="Times New Roman" panose="02020603050405020304" charset="0"/>
                <a:cs typeface="Times New Roman" panose="02020603050405020304" charset="0"/>
              </a:rPr>
              <a:t>The application highlights congested road segments and suggests alternate paths.</a:t>
            </a:r>
            <a:endParaRPr lang="en-US" altLang="en-US" sz="2400" dirty="0">
              <a:latin typeface="Times New Roman" panose="02020603050405020304" charset="0"/>
              <a:cs typeface="Times New Roman" panose="02020603050405020304" charset="0"/>
            </a:endParaRPr>
          </a:p>
          <a:p>
            <a:pPr marL="0" marR="0" lvl="0" indent="0" algn="just" rtl="0">
              <a:lnSpc>
                <a:spcPct val="100000"/>
              </a:lnSpc>
              <a:spcBef>
                <a:spcPts val="0"/>
              </a:spcBef>
              <a:spcAft>
                <a:spcPts val="0"/>
              </a:spcAft>
              <a:buClr>
                <a:schemeClr val="dk1"/>
              </a:buClr>
              <a:buSzPts val="2400"/>
              <a:buFont typeface="Corbel" panose="020B0503020204020204"/>
              <a:buNone/>
            </a:pPr>
            <a:endParaRPr sz="2400" b="0"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152400" algn="just" rtl="0">
              <a:lnSpc>
                <a:spcPct val="100000"/>
              </a:lnSpc>
              <a:spcBef>
                <a:spcPts val="0"/>
              </a:spcBef>
              <a:spcAft>
                <a:spcPts val="0"/>
              </a:spcAft>
              <a:buClr>
                <a:schemeClr val="dk1"/>
              </a:buClr>
              <a:buSzPts val="2400"/>
              <a:buFont typeface="Arial" panose="020B0604020202020204"/>
              <a:buChar char="•"/>
            </a:pPr>
            <a:r>
              <a:rPr lang="en-US" sz="28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rPr>
              <a:t>User Experience (UX) Considerations:</a:t>
            </a:r>
            <a:endParaRPr lang="en-US" sz="2800" b="1" i="0" u="none" dirty="0">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152400" algn="just" rtl="0">
              <a:lnSpc>
                <a:spcPct val="100000"/>
              </a:lnSpc>
              <a:spcBef>
                <a:spcPts val="0"/>
              </a:spcBef>
              <a:spcAft>
                <a:spcPts val="0"/>
              </a:spcAft>
              <a:buClr>
                <a:schemeClr val="dk1"/>
              </a:buClr>
              <a:buSzPts val="2400"/>
              <a:buFont typeface="Arial" panose="020B0604020202020204"/>
              <a:buChar char="•"/>
            </a:pPr>
            <a:r>
              <a:rPr lang="en-US" altLang="en-US" sz="2400" dirty="0">
                <a:latin typeface="Times New Roman" panose="02020603050405020304" charset="0"/>
                <a:cs typeface="Times New Roman" panose="02020603050405020304" charset="0"/>
              </a:rPr>
              <a:t>The system predicts future traffic conditions using historical and real-time traffic data.</a:t>
            </a:r>
            <a:endParaRPr lang="en-US" altLang="en-US" sz="2400" dirty="0">
              <a:latin typeface="Times New Roman" panose="02020603050405020304" charset="0"/>
              <a:cs typeface="Times New Roman" panose="02020603050405020304" charset="0"/>
            </a:endParaRPr>
          </a:p>
          <a:p>
            <a:pPr marL="0" marR="0" lvl="0" indent="-152400" algn="just" rtl="0">
              <a:lnSpc>
                <a:spcPct val="100000"/>
              </a:lnSpc>
              <a:spcBef>
                <a:spcPts val="0"/>
              </a:spcBef>
              <a:spcAft>
                <a:spcPts val="0"/>
              </a:spcAft>
              <a:buClr>
                <a:schemeClr val="dk1"/>
              </a:buClr>
              <a:buSzPts val="2400"/>
              <a:buFont typeface="Arial" panose="020B0604020202020204"/>
              <a:buChar char="•"/>
            </a:pPr>
            <a:r>
              <a:rPr lang="en-US" altLang="en-US" sz="2400" dirty="0">
                <a:latin typeface="Times New Roman" panose="02020603050405020304" charset="0"/>
                <a:cs typeface="Times New Roman" panose="02020603050405020304" charset="0"/>
              </a:rPr>
              <a:t>Users can enter the source and destination to obtain the best route recommendation.</a:t>
            </a:r>
            <a:endParaRPr lang="en-US" altLang="en-US" sz="2400" dirty="0">
              <a:latin typeface="Times New Roman" panose="02020603050405020304" charset="0"/>
              <a:cs typeface="Times New Roman" panose="02020603050405020304" charset="0"/>
            </a:endParaRPr>
          </a:p>
          <a:p>
            <a:pPr marL="0" marR="0" lvl="0" indent="-152400" algn="just" rtl="0">
              <a:lnSpc>
                <a:spcPct val="100000"/>
              </a:lnSpc>
              <a:spcBef>
                <a:spcPts val="0"/>
              </a:spcBef>
              <a:spcAft>
                <a:spcPts val="0"/>
              </a:spcAft>
              <a:buClr>
                <a:schemeClr val="dk1"/>
              </a:buClr>
              <a:buSzPts val="2400"/>
              <a:buFont typeface="Arial" panose="020B0604020202020204"/>
              <a:buChar char="•"/>
            </a:pPr>
            <a:r>
              <a:rPr lang="en-US" altLang="en-US" sz="2400" dirty="0">
                <a:latin typeface="Times New Roman" panose="02020603050405020304" charset="0"/>
                <a:cs typeface="Times New Roman" panose="02020603050405020304" charset="0"/>
              </a:rPr>
              <a:t>The application highlights congested road segments and suggests alternate paths.</a:t>
            </a:r>
            <a:endParaRPr lang="en-US" altLang="en-US" sz="2400" dirty="0">
              <a:latin typeface="Times New Roman" panose="02020603050405020304" charset="0"/>
              <a:cs typeface="Times New Roman" panose="02020603050405020304" charset="0"/>
            </a:endParaRPr>
          </a:p>
        </p:txBody>
      </p:sp>
      <p:sp>
        <p:nvSpPr>
          <p:cNvPr id="2"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panose="02020603050405020304"/>
              <a:buNone/>
            </a:pPr>
            <a:r>
              <a:rPr lang="en-US" sz="1600" b="0" i="0" u="none" dirty="0">
                <a:solidFill>
                  <a:srgbClr val="7F7F7F"/>
                </a:solidFill>
                <a:latin typeface="Times New Roman" panose="02020603050405020304"/>
                <a:ea typeface="Times New Roman" panose="02020603050405020304"/>
                <a:cs typeface="Times New Roman" panose="02020603050405020304"/>
                <a:sym typeface="Times New Roman" panose="02020603050405020304"/>
              </a:rPr>
              <a:t>BATCH NO : 03                 DEPARTMENT OF ARTIFICIAL INTELLIGENCE AND DATA SCIENCE</a:t>
            </a:r>
            <a:endParaRPr dirty="0"/>
          </a:p>
        </p:txBody>
      </p:sp>
      <p:pic>
        <p:nvPicPr>
          <p:cNvPr id="3" name="Picture 2" descr="Screenshot 2026-04-20 104949"/>
          <p:cNvPicPr>
            <a:picLocks noChangeAspect="1"/>
          </p:cNvPicPr>
          <p:nvPr/>
        </p:nvPicPr>
        <p:blipFill>
          <a:blip r:embed="rId1"/>
          <a:stretch>
            <a:fillRect/>
          </a:stretch>
        </p:blipFill>
        <p:spPr>
          <a:xfrm>
            <a:off x="968375" y="1461770"/>
            <a:ext cx="9043035" cy="3895725"/>
          </a:xfrm>
          <a:prstGeom prst="rect">
            <a:avLst/>
          </a:prstGeom>
        </p:spPr>
      </p:pic>
      <p:pic>
        <p:nvPicPr>
          <p:cNvPr id="4" name="Picture 3" descr="Screenshot 2026-04-20 105154"/>
          <p:cNvPicPr>
            <a:picLocks noChangeAspect="1"/>
          </p:cNvPicPr>
          <p:nvPr/>
        </p:nvPicPr>
        <p:blipFill>
          <a:blip r:embed="rId2"/>
          <a:stretch>
            <a:fillRect/>
          </a:stretch>
        </p:blipFill>
        <p:spPr>
          <a:xfrm>
            <a:off x="10010775" y="1613535"/>
            <a:ext cx="6743700" cy="35763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grpSp>
        <p:nvGrpSpPr>
          <p:cNvPr id="806" name="Google Shape;806;p35"/>
          <p:cNvGrpSpPr/>
          <p:nvPr/>
        </p:nvGrpSpPr>
        <p:grpSpPr>
          <a:xfrm>
            <a:off x="-2124075" y="-2346325"/>
            <a:ext cx="4692620" cy="4692620"/>
            <a:chOff x="0" y="0"/>
            <a:chExt cx="812800" cy="812800"/>
          </a:xfrm>
        </p:grpSpPr>
        <p:sp>
          <p:nvSpPr>
            <p:cNvPr id="807" name="Google Shape;807;p3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808" name="Google Shape;808;p35"/>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grpSp>
      <p:grpSp>
        <p:nvGrpSpPr>
          <p:cNvPr id="809" name="Google Shape;809;p35"/>
          <p:cNvGrpSpPr/>
          <p:nvPr/>
        </p:nvGrpSpPr>
        <p:grpSpPr>
          <a:xfrm>
            <a:off x="15573375" y="7940675"/>
            <a:ext cx="4692620" cy="4692620"/>
            <a:chOff x="0" y="0"/>
            <a:chExt cx="812800" cy="812800"/>
          </a:xfrm>
        </p:grpSpPr>
        <p:sp>
          <p:nvSpPr>
            <p:cNvPr id="810" name="Google Shape;810;p3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811" name="Google Shape;811;p35"/>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grpSp>
      <p:sp>
        <p:nvSpPr>
          <p:cNvPr id="812" name="Google Shape;812;p35"/>
          <p:cNvSpPr txBox="1"/>
          <p:nvPr/>
        </p:nvSpPr>
        <p:spPr>
          <a:xfrm>
            <a:off x="5416550" y="1885950"/>
            <a:ext cx="7455000" cy="879600"/>
          </a:xfrm>
          <a:prstGeom prst="rect">
            <a:avLst/>
          </a:prstGeom>
          <a:noFill/>
          <a:ln>
            <a:noFill/>
          </a:ln>
        </p:spPr>
        <p:txBody>
          <a:bodyPr spcFirstLastPara="1" wrap="square" lIns="0" tIns="0" rIns="0" bIns="0" anchor="t" anchorCtr="0">
            <a:spAutoFit/>
          </a:bodyPr>
          <a:lstStyle/>
          <a:p>
            <a:pPr marL="0" marR="0" lvl="0" indent="0" algn="ctr" rtl="0">
              <a:lnSpc>
                <a:spcPct val="139000"/>
              </a:lnSpc>
              <a:spcBef>
                <a:spcPts val="0"/>
              </a:spcBef>
              <a:spcAft>
                <a:spcPts val="0"/>
              </a:spcAft>
              <a:buClr>
                <a:srgbClr val="FDFDFD"/>
              </a:buClr>
              <a:buSzPts val="5100"/>
              <a:buFont typeface="Open Sans ExtraBold"/>
              <a:buNone/>
            </a:pPr>
            <a:r>
              <a:rPr lang="en-US" sz="5100" b="1" i="0" u="none">
                <a:solidFill>
                  <a:srgbClr val="FDFDFD"/>
                </a:solidFill>
                <a:latin typeface="Open Sans ExtraBold"/>
                <a:ea typeface="Open Sans ExtraBold"/>
                <a:cs typeface="Open Sans ExtraBold"/>
                <a:sym typeface="Open Sans ExtraBold"/>
              </a:rPr>
              <a:t>Concept In Business</a:t>
            </a:r>
            <a:endParaRPr lang="en-US" sz="5100" b="1" i="0" u="none">
              <a:solidFill>
                <a:srgbClr val="FDFDFD"/>
              </a:solidFill>
              <a:latin typeface="Open Sans ExtraBold"/>
              <a:ea typeface="Open Sans ExtraBold"/>
              <a:cs typeface="Open Sans ExtraBold"/>
              <a:sym typeface="Open Sans ExtraBold"/>
            </a:endParaRPr>
          </a:p>
        </p:txBody>
      </p:sp>
      <p:sp>
        <p:nvSpPr>
          <p:cNvPr id="813" name="Google Shape;813;p35"/>
          <p:cNvSpPr txBox="1"/>
          <p:nvPr/>
        </p:nvSpPr>
        <p:spPr>
          <a:xfrm>
            <a:off x="968375" y="1162050"/>
            <a:ext cx="14043000" cy="612775"/>
          </a:xfrm>
          <a:prstGeom prst="rect">
            <a:avLst/>
          </a:prstGeom>
          <a:noFill/>
          <a:ln>
            <a:noFill/>
          </a:ln>
        </p:spPr>
        <p:txBody>
          <a:bodyPr spcFirstLastPara="1" wrap="square" lIns="0" tIns="0" rIns="0" bIns="0" anchor="t" anchorCtr="0">
            <a:spAutoFit/>
          </a:bodyPr>
          <a:lstStyle/>
          <a:p>
            <a:pPr marL="0" marR="0" lvl="0" indent="0" algn="l" rtl="0">
              <a:lnSpc>
                <a:spcPct val="83000"/>
              </a:lnSpc>
              <a:spcBef>
                <a:spcPts val="0"/>
              </a:spcBef>
              <a:spcAft>
                <a:spcPts val="0"/>
              </a:spcAft>
              <a:buClr>
                <a:schemeClr val="dk1"/>
              </a:buClr>
              <a:buSzPts val="4800"/>
              <a:buFont typeface="Arial" panose="020B0604020202020204"/>
              <a:buNone/>
            </a:pPr>
            <a:r>
              <a:rPr lang="en-US" sz="4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Demonstration/Prototype Showcase</a:t>
            </a:r>
            <a:endParaRPr lang="en-US" sz="4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814" name="Google Shape;814;p35"/>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panose="020B0503020204020204"/>
              <a:buNone/>
            </a:pPr>
            <a:r>
              <a:rPr lang="en-US" sz="1600" b="0" i="0" u="none">
                <a:solidFill>
                  <a:srgbClr val="7F7F7F"/>
                </a:solidFill>
                <a:latin typeface="Corbel" panose="020B0503020204020204"/>
                <a:ea typeface="Corbel" panose="020B0503020204020204"/>
                <a:cs typeface="Corbel" panose="020B0503020204020204"/>
                <a:sym typeface="Corbel" panose="020B0503020204020204"/>
              </a:rPr>
              <a:t>*</a:t>
            </a:r>
            <a:endParaRPr lang="en-US" sz="1600" b="0" i="0" u="none">
              <a:solidFill>
                <a:srgbClr val="7F7F7F"/>
              </a:solidFill>
              <a:latin typeface="Corbel" panose="020B0503020204020204"/>
              <a:ea typeface="Corbel" panose="020B0503020204020204"/>
              <a:cs typeface="Corbel" panose="020B0503020204020204"/>
              <a:sym typeface="Corbel" panose="020B0503020204020204"/>
            </a:endParaRPr>
          </a:p>
        </p:txBody>
      </p:sp>
      <p:sp>
        <p:nvSpPr>
          <p:cNvPr id="815" name="Google Shape;815;p35"/>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panose="020B0503020204020204"/>
              <a:buNone/>
            </a:pPr>
            <a:fld id="{00000000-1234-1234-1234-123412341234}" type="slidenum">
              <a:rPr lang="en-US" sz="1800" b="1" i="0" u="none">
                <a:solidFill>
                  <a:schemeClr val="accent1"/>
                </a:solidFill>
                <a:latin typeface="Corbel" panose="020B0503020204020204"/>
                <a:ea typeface="Corbel" panose="020B0503020204020204"/>
                <a:cs typeface="Corbel" panose="020B0503020204020204"/>
                <a:sym typeface="Corbel" panose="020B0503020204020204"/>
              </a:rPr>
            </a:fld>
            <a:endParaRPr lang="en-US" sz="1800" b="1" i="0" u="none">
              <a:solidFill>
                <a:schemeClr val="accent1"/>
              </a:solidFill>
              <a:latin typeface="Corbel" panose="020B0503020204020204"/>
              <a:ea typeface="Corbel" panose="020B0503020204020204"/>
              <a:cs typeface="Corbel" panose="020B0503020204020204"/>
              <a:sym typeface="Corbel" panose="020B0503020204020204"/>
            </a:endParaRPr>
          </a:p>
        </p:txBody>
      </p:sp>
      <p:sp>
        <p:nvSpPr>
          <p:cNvPr id="817" name="Google Shape;817;p35"/>
          <p:cNvSpPr txBox="1"/>
          <p:nvPr/>
        </p:nvSpPr>
        <p:spPr>
          <a:xfrm>
            <a:off x="973137" y="1885950"/>
            <a:ext cx="16405200" cy="550672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400"/>
              <a:buFont typeface="Arial" panose="020B0604020202020204"/>
              <a:buNone/>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General Considerations for Both Options</a:t>
            </a:r>
            <a:r>
              <a:rPr lang="en-US" sz="24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a:t>
            </a:r>
            <a:endParaRPr lang="en-US" sz="24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just" rtl="0">
              <a:lnSpc>
                <a:spcPct val="100000"/>
              </a:lnSpc>
              <a:spcBef>
                <a:spcPts val="0"/>
              </a:spcBef>
              <a:spcAft>
                <a:spcPts val="0"/>
              </a:spcAft>
              <a:buClr>
                <a:schemeClr val="dk1"/>
              </a:buClr>
              <a:buSzPts val="2400"/>
              <a:buFont typeface="Corbel" panose="020B0503020204020204"/>
              <a:buNone/>
            </a:pPr>
            <a:endParaRPr sz="24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152400" algn="just" rtl="0">
              <a:lnSpc>
                <a:spcPct val="100000"/>
              </a:lnSpc>
              <a:spcBef>
                <a:spcPts val="0"/>
              </a:spcBef>
              <a:spcAft>
                <a:spcPts val="0"/>
              </a:spcAft>
              <a:buClr>
                <a:schemeClr val="dk1"/>
              </a:buClr>
              <a:buSzPts val="2400"/>
              <a:buFont typeface="Arial" panose="020B0604020202020204"/>
              <a:buChar char="•"/>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Clarity and Simplicity:</a:t>
            </a:r>
            <a:r>
              <a:rPr 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 </a:t>
            </a: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Present the traffic prediction dashboard and route recommendation interface in a simple and easy-to-understand manner.</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152400" algn="just" rtl="0">
              <a:lnSpc>
                <a:spcPct val="100000"/>
              </a:lnSpc>
              <a:spcBef>
                <a:spcPts val="0"/>
              </a:spcBef>
              <a:spcAft>
                <a:spcPts val="0"/>
              </a:spcAft>
              <a:buClr>
                <a:schemeClr val="dk1"/>
              </a:buClr>
              <a:buSzPts val="2400"/>
              <a:buFont typeface="Arial" panose="020B0604020202020204"/>
              <a:buChar char="•"/>
            </a:pP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152400" algn="just" rtl="0">
              <a:lnSpc>
                <a:spcPct val="100000"/>
              </a:lnSpc>
              <a:spcBef>
                <a:spcPts val="0"/>
              </a:spcBef>
              <a:spcAft>
                <a:spcPts val="0"/>
              </a:spcAft>
              <a:buClr>
                <a:schemeClr val="dk1"/>
              </a:buClr>
              <a:buSzPts val="2400"/>
              <a:buFont typeface="Arial" panose="020B0604020202020204"/>
              <a:buChar char="•"/>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Focus on Key Features:</a:t>
            </a:r>
            <a:r>
              <a:rPr 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 </a:t>
            </a: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Highlight important features such as traffic prediction, congestion detection, route recommendation, and visualization.</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152400" algn="just" rtl="0">
              <a:lnSpc>
                <a:spcPct val="100000"/>
              </a:lnSpc>
              <a:spcBef>
                <a:spcPts val="0"/>
              </a:spcBef>
              <a:spcAft>
                <a:spcPts val="0"/>
              </a:spcAft>
              <a:buClr>
                <a:schemeClr val="dk1"/>
              </a:buClr>
              <a:buSzPts val="2400"/>
              <a:buFont typeface="Arial" panose="020B0604020202020204"/>
              <a:buChar char="•"/>
            </a:pP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152400" algn="just" rtl="0">
              <a:lnSpc>
                <a:spcPct val="100000"/>
              </a:lnSpc>
              <a:spcBef>
                <a:spcPts val="0"/>
              </a:spcBef>
              <a:spcAft>
                <a:spcPts val="0"/>
              </a:spcAft>
              <a:buClr>
                <a:schemeClr val="dk1"/>
              </a:buClr>
              <a:buSzPts val="2400"/>
              <a:buFont typeface="Arial" panose="020B0604020202020204"/>
              <a:buChar char="•"/>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Relevance to Project Goals:</a:t>
            </a:r>
            <a:r>
              <a:rPr 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 </a:t>
            </a: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Ensure that the demonstration clearly shows how the system reduces traffic congestion and improves travel efficiency.</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152400" algn="just" rtl="0">
              <a:lnSpc>
                <a:spcPct val="100000"/>
              </a:lnSpc>
              <a:spcBef>
                <a:spcPts val="0"/>
              </a:spcBef>
              <a:spcAft>
                <a:spcPts val="0"/>
              </a:spcAft>
              <a:buClr>
                <a:schemeClr val="dk1"/>
              </a:buClr>
              <a:buSzPts val="2400"/>
              <a:buFont typeface="Arial" panose="020B0604020202020204"/>
              <a:buChar char="•"/>
            </a:pP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152400" algn="just" rtl="0">
              <a:lnSpc>
                <a:spcPct val="100000"/>
              </a:lnSpc>
              <a:spcBef>
                <a:spcPts val="0"/>
              </a:spcBef>
              <a:spcAft>
                <a:spcPts val="0"/>
              </a:spcAft>
              <a:buClr>
                <a:schemeClr val="dk1"/>
              </a:buClr>
              <a:buSzPts val="2400"/>
              <a:buFont typeface="Arial" panose="020B0604020202020204"/>
              <a:buChar char="•"/>
            </a:pPr>
            <a:r>
              <a:rPr lang="en-US" sz="24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Technical Details: </a:t>
            </a: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Briefly explain that the system uses the CTNS model with historical and real-time traffic data to predict future traffic conditions.</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just" rtl="0">
              <a:lnSpc>
                <a:spcPct val="100000"/>
              </a:lnSpc>
              <a:spcBef>
                <a:spcPts val="0"/>
              </a:spcBef>
              <a:spcAft>
                <a:spcPts val="0"/>
              </a:spcAft>
              <a:buClr>
                <a:schemeClr val="dk1"/>
              </a:buClr>
              <a:buSzPts val="2400"/>
              <a:buFont typeface="Arial" panose="020B0604020202020204"/>
              <a:buNone/>
            </a:pPr>
            <a:r>
              <a:rPr lang="en-US" sz="2400" b="0" i="0" u="none">
                <a:solidFill>
                  <a:schemeClr val="dk1"/>
                </a:solidFill>
                <a:latin typeface="Arial" panose="020B0604020202020204"/>
                <a:ea typeface="Arial" panose="020B0604020202020204"/>
                <a:cs typeface="Arial" panose="020B0604020202020204"/>
                <a:sym typeface="Arial" panose="020B0604020202020204"/>
              </a:rPr>
              <a:t> </a:t>
            </a:r>
            <a:endParaRPr lang="en-US" sz="24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2"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panose="02020603050405020304"/>
              <a:buNone/>
            </a:pPr>
            <a:r>
              <a:rPr lang="en-US" sz="1600" b="0" i="0" u="none" dirty="0">
                <a:solidFill>
                  <a:srgbClr val="7F7F7F"/>
                </a:solidFill>
                <a:latin typeface="Times New Roman" panose="02020603050405020304"/>
                <a:ea typeface="Times New Roman" panose="02020603050405020304"/>
                <a:cs typeface="Times New Roman" panose="02020603050405020304"/>
                <a:sym typeface="Times New Roman" panose="02020603050405020304"/>
              </a:rPr>
              <a:t>BATCH NO :                 DEPARTMENT OF ARTIFICIAL INTELLIGENCE AND DATA SCIENCE</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grpSp>
        <p:nvGrpSpPr>
          <p:cNvPr id="774" name="Google Shape;774;p33"/>
          <p:cNvGrpSpPr/>
          <p:nvPr/>
        </p:nvGrpSpPr>
        <p:grpSpPr>
          <a:xfrm>
            <a:off x="-2124075" y="-2346325"/>
            <a:ext cx="4692620" cy="4692620"/>
            <a:chOff x="0" y="0"/>
            <a:chExt cx="812800" cy="812800"/>
          </a:xfrm>
        </p:grpSpPr>
        <p:sp>
          <p:nvSpPr>
            <p:cNvPr id="775" name="Google Shape;775;p3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776" name="Google Shape;776;p33"/>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grpSp>
      <p:grpSp>
        <p:nvGrpSpPr>
          <p:cNvPr id="777" name="Google Shape;777;p33"/>
          <p:cNvGrpSpPr/>
          <p:nvPr/>
        </p:nvGrpSpPr>
        <p:grpSpPr>
          <a:xfrm>
            <a:off x="15573375" y="7940675"/>
            <a:ext cx="4692620" cy="4692620"/>
            <a:chOff x="0" y="0"/>
            <a:chExt cx="812800" cy="812800"/>
          </a:xfrm>
        </p:grpSpPr>
        <p:sp>
          <p:nvSpPr>
            <p:cNvPr id="778" name="Google Shape;778;p3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779" name="Google Shape;779;p33"/>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grpSp>
      <p:sp>
        <p:nvSpPr>
          <p:cNvPr id="780" name="Google Shape;780;p33"/>
          <p:cNvSpPr txBox="1"/>
          <p:nvPr/>
        </p:nvSpPr>
        <p:spPr>
          <a:xfrm>
            <a:off x="5416550" y="1885950"/>
            <a:ext cx="7455000" cy="879600"/>
          </a:xfrm>
          <a:prstGeom prst="rect">
            <a:avLst/>
          </a:prstGeom>
          <a:noFill/>
          <a:ln>
            <a:noFill/>
          </a:ln>
        </p:spPr>
        <p:txBody>
          <a:bodyPr spcFirstLastPara="1" wrap="square" lIns="0" tIns="0" rIns="0" bIns="0" anchor="t" anchorCtr="0">
            <a:spAutoFit/>
          </a:bodyPr>
          <a:lstStyle/>
          <a:p>
            <a:pPr marL="0" marR="0" lvl="0" indent="0" algn="ctr" rtl="0">
              <a:lnSpc>
                <a:spcPct val="139000"/>
              </a:lnSpc>
              <a:spcBef>
                <a:spcPts val="0"/>
              </a:spcBef>
              <a:spcAft>
                <a:spcPts val="0"/>
              </a:spcAft>
              <a:buClr>
                <a:srgbClr val="FDFDFD"/>
              </a:buClr>
              <a:buSzPts val="5100"/>
              <a:buFont typeface="Open Sans ExtraBold"/>
              <a:buNone/>
            </a:pPr>
            <a:r>
              <a:rPr lang="en-US" sz="5100" b="1" i="0" u="none">
                <a:solidFill>
                  <a:srgbClr val="FDFDFD"/>
                </a:solidFill>
                <a:latin typeface="Open Sans ExtraBold"/>
                <a:ea typeface="Open Sans ExtraBold"/>
                <a:cs typeface="Open Sans ExtraBold"/>
                <a:sym typeface="Open Sans ExtraBold"/>
              </a:rPr>
              <a:t>Concept In Business</a:t>
            </a:r>
            <a:endParaRPr lang="en-US" sz="5100" b="1" i="0" u="none">
              <a:solidFill>
                <a:srgbClr val="FDFDFD"/>
              </a:solidFill>
              <a:latin typeface="Open Sans ExtraBold"/>
              <a:ea typeface="Open Sans ExtraBold"/>
              <a:cs typeface="Open Sans ExtraBold"/>
              <a:sym typeface="Open Sans ExtraBold"/>
            </a:endParaRPr>
          </a:p>
        </p:txBody>
      </p:sp>
      <p:sp>
        <p:nvSpPr>
          <p:cNvPr id="781" name="Google Shape;781;p33"/>
          <p:cNvSpPr txBox="1"/>
          <p:nvPr/>
        </p:nvSpPr>
        <p:spPr>
          <a:xfrm>
            <a:off x="968375" y="1162050"/>
            <a:ext cx="14043000" cy="738505"/>
          </a:xfrm>
          <a:prstGeom prst="rect">
            <a:avLst/>
          </a:prstGeom>
          <a:noFill/>
          <a:ln>
            <a:noFill/>
          </a:ln>
        </p:spPr>
        <p:txBody>
          <a:bodyPr spcFirstLastPara="1" wrap="square" lIns="0" tIns="0" rIns="0" bIns="0" anchor="t" anchorCtr="0">
            <a:spAutoFit/>
          </a:bodyPr>
          <a:lstStyle/>
          <a:p>
            <a:pPr marL="0" marR="0" lvl="0" indent="-304800" algn="l" rtl="0">
              <a:lnSpc>
                <a:spcPct val="100000"/>
              </a:lnSpc>
              <a:spcBef>
                <a:spcPts val="0"/>
              </a:spcBef>
              <a:spcAft>
                <a:spcPts val="0"/>
              </a:spcAft>
              <a:buClr>
                <a:schemeClr val="dk1"/>
              </a:buClr>
              <a:buSzPts val="4800"/>
              <a:buFont typeface="Arial" panose="020B0604020202020204"/>
              <a:buChar char="•"/>
            </a:pPr>
            <a:r>
              <a:rPr lang="en-US" sz="4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Sustainable Development Goals(SDG)</a:t>
            </a:r>
            <a:endParaRPr lang="en-US" sz="4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782" name="Google Shape;782;p33"/>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panose="020B0503020204020204"/>
              <a:buNone/>
            </a:pPr>
            <a:endParaRPr lang="en-US" sz="1600" b="0" i="0" u="none">
              <a:solidFill>
                <a:srgbClr val="7F7F7F"/>
              </a:solidFill>
              <a:latin typeface="Corbel" panose="020B0503020204020204"/>
              <a:ea typeface="Corbel" panose="020B0503020204020204"/>
              <a:cs typeface="Corbel" panose="020B0503020204020204"/>
              <a:sym typeface="Corbel" panose="020B0503020204020204"/>
            </a:endParaRPr>
          </a:p>
        </p:txBody>
      </p:sp>
      <p:sp>
        <p:nvSpPr>
          <p:cNvPr id="783" name="Google Shape;783;p33"/>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panose="020B0503020204020204"/>
              <a:buNone/>
            </a:pPr>
            <a:fld id="{00000000-1234-1234-1234-123412341234}" type="slidenum">
              <a:rPr lang="en-US" sz="1800" b="1" i="0" u="none">
                <a:solidFill>
                  <a:schemeClr val="accent1"/>
                </a:solidFill>
                <a:latin typeface="Corbel" panose="020B0503020204020204"/>
                <a:ea typeface="Corbel" panose="020B0503020204020204"/>
                <a:cs typeface="Corbel" panose="020B0503020204020204"/>
                <a:sym typeface="Corbel" panose="020B0503020204020204"/>
              </a:rPr>
            </a:fld>
            <a:endParaRPr lang="en-US" sz="1800" b="1" i="0" u="none">
              <a:solidFill>
                <a:schemeClr val="accent1"/>
              </a:solidFill>
              <a:latin typeface="Corbel" panose="020B0503020204020204"/>
              <a:ea typeface="Corbel" panose="020B0503020204020204"/>
              <a:cs typeface="Corbel" panose="020B0503020204020204"/>
              <a:sym typeface="Corbel" panose="020B0503020204020204"/>
            </a:endParaRPr>
          </a:p>
        </p:txBody>
      </p:sp>
      <p:sp>
        <p:nvSpPr>
          <p:cNvPr id="785" name="Google Shape;785;p33"/>
          <p:cNvSpPr txBox="1"/>
          <p:nvPr/>
        </p:nvSpPr>
        <p:spPr>
          <a:xfrm>
            <a:off x="973137" y="1885950"/>
            <a:ext cx="16405200" cy="8092440"/>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00000"/>
              </a:lnSpc>
              <a:spcBef>
                <a:spcPts val="0"/>
              </a:spcBef>
              <a:spcAft>
                <a:spcPts val="0"/>
              </a:spcAft>
              <a:buClr>
                <a:schemeClr val="dk1"/>
              </a:buClr>
              <a:buSzPts val="2400"/>
              <a:buFont typeface="Arial" panose="020B0604020202020204"/>
              <a:buChar char="•"/>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Alignment with SDGs</a:t>
            </a:r>
            <a:endPar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Supports SDG 9 – Industry, Innovation and Infrastructure.</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Supports SDG 11 – Sustainable Cities and Communities.</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Supports SDG 13 – Climate Action.</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Promotes smart and efficient urban transportation systems.</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190500" algn="just" rtl="0">
              <a:lnSpc>
                <a:spcPct val="100000"/>
              </a:lnSpc>
              <a:spcBef>
                <a:spcPts val="0"/>
              </a:spcBef>
              <a:spcAft>
                <a:spcPts val="0"/>
              </a:spcAft>
              <a:buClr>
                <a:schemeClr val="dk1"/>
              </a:buClr>
              <a:buSzPts val="2400"/>
              <a:buFont typeface="Arial" panose="020B0604020202020204"/>
              <a:buNone/>
            </a:pPr>
            <a:endParaRPr sz="24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Relevance of the Project to Specific SDG</a:t>
            </a:r>
            <a:endPar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Reduces traffic congestion in urban areas.</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Improves transportation efficiency and route planning.</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Decreases fuel consumption and travel delays.</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Helps reduce carbon emissions and environmental pollution</a:t>
            </a:r>
            <a:r>
              <a:rPr lang="en-US" altLang="en-US" sz="24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a:t>
            </a:r>
            <a:endParaRPr lang="en-US" altLang="en-US" sz="24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190500" algn="just" rtl="0">
              <a:lnSpc>
                <a:spcPct val="100000"/>
              </a:lnSpc>
              <a:spcBef>
                <a:spcPts val="0"/>
              </a:spcBef>
              <a:spcAft>
                <a:spcPts val="0"/>
              </a:spcAft>
              <a:buClr>
                <a:schemeClr val="dk1"/>
              </a:buClr>
              <a:buSzPts val="2400"/>
              <a:buFont typeface="Arial" panose="020B0604020202020204"/>
              <a:buNone/>
            </a:pPr>
            <a:endParaRPr sz="24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Potential Social and Environmental Impact</a:t>
            </a:r>
            <a:endPar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Saves travel time for daily commuters.</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Reduces road congestion and stress for drivers.</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Minimizes fuel wastage and air pollution.</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endParaRPr sz="24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Economic Feasibility (Costs)</a:t>
            </a:r>
            <a:endPar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Requires moderate computing resources and storage.</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Deployment cost is lower compared to the benefits gained.</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just" rtl="0">
              <a:lnSpc>
                <a:spcPct val="100000"/>
              </a:lnSpc>
              <a:spcBef>
                <a:spcPts val="0"/>
              </a:spcBef>
              <a:spcAft>
                <a:spcPts val="0"/>
              </a:spcAft>
              <a:buClr>
                <a:schemeClr val="dk1"/>
              </a:buClr>
              <a:buSzPts val="2400"/>
              <a:buFont typeface="Arial" panose="020B0604020202020204"/>
              <a:buNone/>
            </a:pP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2"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panose="02020603050405020304"/>
              <a:buNone/>
            </a:pPr>
            <a:r>
              <a:rPr lang="en-US" sz="1600" b="0" i="0" u="none" dirty="0">
                <a:solidFill>
                  <a:srgbClr val="7F7F7F"/>
                </a:solidFill>
                <a:latin typeface="Times New Roman" panose="02020603050405020304"/>
                <a:ea typeface="Times New Roman" panose="02020603050405020304"/>
                <a:cs typeface="Times New Roman" panose="02020603050405020304"/>
                <a:sym typeface="Times New Roman" panose="02020603050405020304"/>
              </a:rPr>
              <a:t>BATCH NO : 03               DEPARTMENT OF ARTIFICIAL INTELLIGENCE AND DATA SCIENCE</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grpSp>
        <p:nvGrpSpPr>
          <p:cNvPr id="822" name="Google Shape;822;p36"/>
          <p:cNvGrpSpPr/>
          <p:nvPr/>
        </p:nvGrpSpPr>
        <p:grpSpPr>
          <a:xfrm>
            <a:off x="15573375" y="7940675"/>
            <a:ext cx="4692620" cy="4692620"/>
            <a:chOff x="0" y="0"/>
            <a:chExt cx="812800" cy="812800"/>
          </a:xfrm>
        </p:grpSpPr>
        <p:sp>
          <p:nvSpPr>
            <p:cNvPr id="823" name="Google Shape;823;p3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824" name="Google Shape;824;p36"/>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grpSp>
      <p:sp>
        <p:nvSpPr>
          <p:cNvPr id="825" name="Google Shape;825;p36"/>
          <p:cNvSpPr txBox="1"/>
          <p:nvPr/>
        </p:nvSpPr>
        <p:spPr>
          <a:xfrm>
            <a:off x="1028700" y="1247775"/>
            <a:ext cx="11087100" cy="67691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4400"/>
              <a:buFont typeface="Arial" panose="020B0604020202020204"/>
              <a:buNone/>
            </a:pPr>
            <a:r>
              <a:rPr 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Challenges Encountered &amp; Solutions</a:t>
            </a:r>
            <a:endParaRPr 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826" name="Google Shape;826;p36"/>
          <p:cNvSpPr txBox="1"/>
          <p:nvPr/>
        </p:nvSpPr>
        <p:spPr>
          <a:xfrm>
            <a:off x="393700" y="955103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panose="020B0503020204020204"/>
              <a:buNone/>
            </a:pPr>
            <a:endParaRPr lang="en-US" sz="1600" b="0" i="0" u="none">
              <a:solidFill>
                <a:srgbClr val="7F7F7F"/>
              </a:solidFill>
              <a:latin typeface="Times New Roman" panose="02020603050405020304" charset="0"/>
              <a:ea typeface="Corbel" panose="020B0503020204020204"/>
              <a:cs typeface="Times New Roman" panose="02020603050405020304" charset="0"/>
              <a:sym typeface="Corbel" panose="020B0503020204020204"/>
            </a:endParaRPr>
          </a:p>
        </p:txBody>
      </p:sp>
      <p:sp>
        <p:nvSpPr>
          <p:cNvPr id="827" name="Google Shape;827;p36"/>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panose="020B0503020204020204"/>
              <a:buNone/>
            </a:pPr>
            <a:fld id="{00000000-1234-1234-1234-123412341234}" type="slidenum">
              <a:rPr lang="en-US" sz="1800" b="1" i="0" u="none">
                <a:solidFill>
                  <a:schemeClr val="accent1"/>
                </a:solidFill>
                <a:latin typeface="Corbel" panose="020B0503020204020204"/>
                <a:ea typeface="Corbel" panose="020B0503020204020204"/>
                <a:cs typeface="Corbel" panose="020B0503020204020204"/>
                <a:sym typeface="Corbel" panose="020B0503020204020204"/>
              </a:rPr>
            </a:fld>
            <a:endParaRPr lang="en-US" sz="1800" b="1" i="0" u="none">
              <a:solidFill>
                <a:schemeClr val="accent1"/>
              </a:solidFill>
              <a:latin typeface="Corbel" panose="020B0503020204020204"/>
              <a:ea typeface="Corbel" panose="020B0503020204020204"/>
              <a:cs typeface="Corbel" panose="020B0503020204020204"/>
              <a:sym typeface="Corbel" panose="020B0503020204020204"/>
            </a:endParaRPr>
          </a:p>
        </p:txBody>
      </p:sp>
      <p:sp>
        <p:nvSpPr>
          <p:cNvPr id="829" name="Google Shape;829;p36"/>
          <p:cNvSpPr txBox="1"/>
          <p:nvPr/>
        </p:nvSpPr>
        <p:spPr>
          <a:xfrm>
            <a:off x="1028700" y="2400300"/>
            <a:ext cx="16040100" cy="618426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400"/>
              <a:buFont typeface="Arial" panose="020B0604020202020204"/>
              <a:buNone/>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Challenges:</a:t>
            </a:r>
            <a:endPar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pitchFamily="34" charset="0"/>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The collected traffic dataset contained missing and inconsistent values.</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pitchFamily="34" charset="0"/>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The model accuracy decreased during sudden traffic changes such as accidents and roadblocks.</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pitchFamily="34" charset="0"/>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Large traffic datasets increased training time and computational cost.</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pitchFamily="34" charset="0"/>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The model initially showed overfitting when trained on limited traffic patterns.</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just" rtl="0">
              <a:lnSpc>
                <a:spcPct val="100000"/>
              </a:lnSpc>
              <a:spcBef>
                <a:spcPts val="0"/>
              </a:spcBef>
              <a:spcAft>
                <a:spcPts val="0"/>
              </a:spcAft>
              <a:buClr>
                <a:schemeClr val="dk1"/>
              </a:buClr>
              <a:buSzPts val="2400"/>
              <a:buNone/>
            </a:pP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just" rtl="0">
              <a:lnSpc>
                <a:spcPct val="100000"/>
              </a:lnSpc>
              <a:spcBef>
                <a:spcPts val="0"/>
              </a:spcBef>
              <a:spcAft>
                <a:spcPts val="0"/>
              </a:spcAft>
              <a:buClr>
                <a:schemeClr val="dk1"/>
              </a:buClr>
              <a:buSzPts val="2400"/>
              <a:buFont typeface="Arial" panose="020B0604020202020204"/>
              <a:buNone/>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Solutions:</a:t>
            </a:r>
            <a:endPar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pitchFamily="34" charset="0"/>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Data preprocessing techniques such as cleaning, normalization, and missing value handling were applied.</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pitchFamily="34" charset="0"/>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Additional historical and real-time traffic data were included to improve prediction during unexpected events.</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pitchFamily="34" charset="0"/>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Feature selection and optimized model parameters were used to reduce computation time.</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just" rtl="0">
              <a:lnSpc>
                <a:spcPct val="100000"/>
              </a:lnSpc>
              <a:spcBef>
                <a:spcPts val="0"/>
              </a:spcBef>
              <a:spcAft>
                <a:spcPts val="0"/>
              </a:spcAft>
              <a:buClr>
                <a:schemeClr val="dk1"/>
              </a:buClr>
              <a:buSzPts val="2400"/>
              <a:buFont typeface="Corbel" panose="020B0503020204020204"/>
              <a:buNone/>
            </a:pPr>
            <a:endParaRPr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just" rtl="0">
              <a:lnSpc>
                <a:spcPct val="100000"/>
              </a:lnSpc>
              <a:spcBef>
                <a:spcPts val="0"/>
              </a:spcBef>
              <a:spcAft>
                <a:spcPts val="0"/>
              </a:spcAft>
              <a:buClr>
                <a:schemeClr val="dk1"/>
              </a:buClr>
              <a:buSzPts val="2400"/>
              <a:buFont typeface="Arial" panose="020B0604020202020204"/>
              <a:buNone/>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Lessons Learned:</a:t>
            </a:r>
            <a:r>
              <a:rPr lang="en-US" sz="28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 </a:t>
            </a:r>
            <a:endParaRPr lang="en-US" sz="28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pitchFamily="34" charset="0"/>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High-quality and well-preprocessed data are essential for accurate traffic prediction.</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pitchFamily="34" charset="0"/>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Combining both spatial and temporal information significantly improves model performance.</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pitchFamily="34" charset="0"/>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Proper model tuning and testing are necessary to avoid overfitting and prediction errors.</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just" rtl="0">
              <a:lnSpc>
                <a:spcPct val="100000"/>
              </a:lnSpc>
              <a:spcBef>
                <a:spcPts val="0"/>
              </a:spcBef>
              <a:spcAft>
                <a:spcPts val="0"/>
              </a:spcAft>
              <a:buClr>
                <a:schemeClr val="dk1"/>
              </a:buClr>
              <a:buSzPts val="2400"/>
              <a:buFont typeface="Arial" panose="020B0604020202020204" pitchFamily="34" charset="0"/>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Real-time data integration can make the system more practical and useful for smart city applications.</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2"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panose="02020603050405020304"/>
              <a:buNone/>
            </a:pPr>
            <a:r>
              <a:rPr lang="en-US" sz="1600" b="0" i="0" u="none" dirty="0">
                <a:solidFill>
                  <a:srgbClr val="7F7F7F"/>
                </a:solidFill>
                <a:latin typeface="Times New Roman" panose="02020603050405020304"/>
                <a:ea typeface="Times New Roman" panose="02020603050405020304"/>
                <a:cs typeface="Times New Roman" panose="02020603050405020304"/>
                <a:sym typeface="Times New Roman" panose="02020603050405020304"/>
              </a:rPr>
              <a:t>BATCH NO : 03                 DEPARTMENT OF ARTIFICIAL INTELLIGENCE AND DATA SCIENCE</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grpSp>
        <p:nvGrpSpPr>
          <p:cNvPr id="834" name="Google Shape;834;p37"/>
          <p:cNvGrpSpPr/>
          <p:nvPr/>
        </p:nvGrpSpPr>
        <p:grpSpPr>
          <a:xfrm>
            <a:off x="15573375" y="7940675"/>
            <a:ext cx="4692620" cy="4692620"/>
            <a:chOff x="0" y="0"/>
            <a:chExt cx="812800" cy="812800"/>
          </a:xfrm>
        </p:grpSpPr>
        <p:sp>
          <p:nvSpPr>
            <p:cNvPr id="835" name="Google Shape;835;p3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836" name="Google Shape;836;p37"/>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grpSp>
      <p:sp>
        <p:nvSpPr>
          <p:cNvPr id="837" name="Google Shape;837;p37"/>
          <p:cNvSpPr txBox="1"/>
          <p:nvPr/>
        </p:nvSpPr>
        <p:spPr>
          <a:xfrm>
            <a:off x="1789112" y="1247775"/>
            <a:ext cx="13374600" cy="676910"/>
          </a:xfrm>
          <a:prstGeom prst="rect">
            <a:avLst/>
          </a:prstGeom>
          <a:noFill/>
          <a:ln>
            <a:noFill/>
          </a:ln>
        </p:spPr>
        <p:txBody>
          <a:bodyPr spcFirstLastPara="1" wrap="square" lIns="0" tIns="0" rIns="0" bIns="0" anchor="t" anchorCtr="0">
            <a:spAutoFit/>
          </a:bodyPr>
          <a:lstStyle/>
          <a:p>
            <a:pPr marL="0" marR="0" lvl="0" indent="-279400" algn="l" rtl="0">
              <a:lnSpc>
                <a:spcPct val="100000"/>
              </a:lnSpc>
              <a:spcBef>
                <a:spcPts val="0"/>
              </a:spcBef>
              <a:spcAft>
                <a:spcPts val="0"/>
              </a:spcAft>
              <a:buClr>
                <a:schemeClr val="dk1"/>
              </a:buClr>
              <a:buSzPts val="4400"/>
              <a:buFont typeface="Arial" panose="020B0604020202020204"/>
              <a:buChar char="•"/>
            </a:pPr>
            <a:r>
              <a:rPr 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Advantages</a:t>
            </a:r>
            <a:endParaRPr 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838" name="Google Shape;838;p37"/>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panose="020B0503020204020204"/>
              <a:buNone/>
            </a:pPr>
            <a:endParaRPr lang="en-US" sz="1600" b="0" i="0" u="none">
              <a:solidFill>
                <a:srgbClr val="7F7F7F"/>
              </a:solidFill>
              <a:latin typeface="Times New Roman" panose="02020603050405020304" charset="0"/>
              <a:ea typeface="Corbel" panose="020B0503020204020204"/>
              <a:cs typeface="Times New Roman" panose="02020603050405020304" charset="0"/>
              <a:sym typeface="Corbel" panose="020B0503020204020204"/>
            </a:endParaRPr>
          </a:p>
        </p:txBody>
      </p:sp>
      <p:sp>
        <p:nvSpPr>
          <p:cNvPr id="839" name="Google Shape;839;p37"/>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panose="020B0503020204020204"/>
              <a:buNone/>
            </a:pPr>
            <a:fld id="{00000000-1234-1234-1234-123412341234}" type="slidenum">
              <a:rPr lang="en-US" sz="1800" b="1" i="0" u="none">
                <a:solidFill>
                  <a:schemeClr val="accent1"/>
                </a:solidFill>
                <a:latin typeface="Corbel" panose="020B0503020204020204"/>
                <a:ea typeface="Corbel" panose="020B0503020204020204"/>
                <a:cs typeface="Corbel" panose="020B0503020204020204"/>
                <a:sym typeface="Corbel" panose="020B0503020204020204"/>
              </a:rPr>
            </a:fld>
            <a:endParaRPr lang="en-US" sz="1800" b="1" i="0" u="none">
              <a:solidFill>
                <a:schemeClr val="accent1"/>
              </a:solidFill>
              <a:latin typeface="Corbel" panose="020B0503020204020204"/>
              <a:ea typeface="Corbel" panose="020B0503020204020204"/>
              <a:cs typeface="Corbel" panose="020B0503020204020204"/>
              <a:sym typeface="Corbel" panose="020B0503020204020204"/>
            </a:endParaRPr>
          </a:p>
        </p:txBody>
      </p:sp>
      <p:sp>
        <p:nvSpPr>
          <p:cNvPr id="841" name="Google Shape;841;p37"/>
          <p:cNvSpPr txBox="1"/>
          <p:nvPr/>
        </p:nvSpPr>
        <p:spPr>
          <a:xfrm>
            <a:off x="1447800" y="2324100"/>
            <a:ext cx="16154400" cy="4891405"/>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00000"/>
              </a:lnSpc>
              <a:spcBef>
                <a:spcPts val="0"/>
              </a:spcBef>
              <a:spcAft>
                <a:spcPts val="0"/>
              </a:spcAft>
              <a:buClr>
                <a:schemeClr val="dk1"/>
              </a:buClr>
              <a:buSzPts val="2400"/>
              <a:buFont typeface="Arial" panose="020B0604020202020204"/>
              <a:buChar char="•"/>
            </a:pP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285750" marR="0" lvl="0" indent="-285750" algn="just" rtl="0">
              <a:lnSpc>
                <a:spcPct val="100000"/>
              </a:lnSpc>
              <a:spcBef>
                <a:spcPts val="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Provides highly accurate traffic prediction with 92.35% accuracy using the CTNS model.</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285750" marR="0" lvl="0" indent="-285750" algn="just" rtl="0">
              <a:lnSpc>
                <a:spcPct val="100000"/>
              </a:lnSpc>
              <a:spcBef>
                <a:spcPts val="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Reduces travel time by recommending the optimal route based on predicted future traffic.</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285750" marR="0" lvl="0" indent="-285750" algn="just" rtl="0">
              <a:lnSpc>
                <a:spcPct val="100000"/>
              </a:lnSpc>
              <a:spcBef>
                <a:spcPts val="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Identifies traffic congestion in advance, helping users avoid highly crowded roads.</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285750" marR="0" lvl="0" indent="-285750" algn="just" rtl="0">
              <a:lnSpc>
                <a:spcPct val="100000"/>
              </a:lnSpc>
              <a:spcBef>
                <a:spcPts val="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Uses both spatial and temporal traffic patterns, resulting in better performance than traditional methods.</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285750" marR="0" lvl="0" indent="-285750" algn="just" rtl="0">
              <a:lnSpc>
                <a:spcPct val="100000"/>
              </a:lnSpc>
              <a:spcBef>
                <a:spcPts val="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Supports real-time traffic management and can be integrated with smart city systems.</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285750" marR="0" lvl="0" indent="-285750" algn="just" rtl="0">
              <a:lnSpc>
                <a:spcPct val="100000"/>
              </a:lnSpc>
              <a:spcBef>
                <a:spcPts val="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Reduces fuel consumption, travel delays, and environmental pollution caused by traffic congestion.</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285750" marR="0" lvl="0" indent="-285750" algn="just" rtl="0">
              <a:lnSpc>
                <a:spcPct val="100000"/>
              </a:lnSpc>
              <a:spcBef>
                <a:spcPts val="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7. Provides clear visualizations such as traffic graphs, congestion maps, and route displays for easy understanding.</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285750" marR="0" lvl="0" indent="-285750" algn="just" rtl="0">
              <a:lnSpc>
                <a:spcPct val="100000"/>
              </a:lnSpc>
              <a:spcBef>
                <a:spcPts val="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8. The system is scalable and can be extended to larger cities, highways, and public transportation networks.</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285750" marR="0" lvl="0" indent="-285750" algn="just" rtl="0">
              <a:lnSpc>
                <a:spcPct val="100000"/>
              </a:lnSpc>
              <a:spcBef>
                <a:spcPts val="0"/>
              </a:spcBef>
              <a:spcAft>
                <a:spcPts val="0"/>
              </a:spcAft>
              <a:buClr>
                <a:schemeClr val="dk1"/>
              </a:buClr>
              <a:buSzPts val="2400"/>
              <a:buFont typeface="Arial" panose="020B0604020202020204"/>
              <a:buChar char="•"/>
            </a:pP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285750" marR="0" lvl="0" indent="-285750" algn="just" rtl="0">
              <a:lnSpc>
                <a:spcPct val="100000"/>
              </a:lnSpc>
              <a:spcBef>
                <a:spcPts val="0"/>
              </a:spcBef>
              <a:spcAft>
                <a:spcPts val="0"/>
              </a:spcAft>
              <a:buClr>
                <a:schemeClr val="dk1"/>
              </a:buClr>
              <a:buSzPts val="2400"/>
              <a:buFont typeface="Arial" panose="020B0604020202020204"/>
              <a:buChar char="•"/>
            </a:pP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285750" marR="0" lvl="0" indent="-285750" algn="just" rtl="0">
              <a:lnSpc>
                <a:spcPct val="100000"/>
              </a:lnSpc>
              <a:spcBef>
                <a:spcPts val="0"/>
              </a:spcBef>
              <a:spcAft>
                <a:spcPts val="0"/>
              </a:spcAft>
              <a:buClr>
                <a:schemeClr val="dk1"/>
              </a:buClr>
              <a:buSzPts val="2400"/>
              <a:buFont typeface="Arial" panose="020B0604020202020204"/>
              <a:buChar char="•"/>
            </a:pP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None/>
            </a:pPr>
            <a:endParaRPr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2"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panose="02020603050405020304"/>
              <a:buNone/>
            </a:pPr>
            <a:r>
              <a:rPr lang="en-US" sz="1600" b="0" i="0" u="none" dirty="0">
                <a:solidFill>
                  <a:srgbClr val="7F7F7F"/>
                </a:solidFill>
                <a:latin typeface="Times New Roman" panose="02020603050405020304"/>
                <a:ea typeface="Times New Roman" panose="02020603050405020304"/>
                <a:cs typeface="Times New Roman" panose="02020603050405020304"/>
                <a:sym typeface="Times New Roman" panose="02020603050405020304"/>
              </a:rPr>
              <a:t>BATCH NO : 03                DEPARTMENT OF ARTIFICIAL INTELLIGENCE AND DATA SCIENCE</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grpSp>
        <p:nvGrpSpPr>
          <p:cNvPr id="846" name="Google Shape;846;p38"/>
          <p:cNvGrpSpPr/>
          <p:nvPr/>
        </p:nvGrpSpPr>
        <p:grpSpPr>
          <a:xfrm>
            <a:off x="15573375" y="7940675"/>
            <a:ext cx="4692620" cy="4692620"/>
            <a:chOff x="0" y="0"/>
            <a:chExt cx="812800" cy="812800"/>
          </a:xfrm>
        </p:grpSpPr>
        <p:sp>
          <p:nvSpPr>
            <p:cNvPr id="847" name="Google Shape;847;p3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848" name="Google Shape;848;p38"/>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grpSp>
      <p:sp>
        <p:nvSpPr>
          <p:cNvPr id="849" name="Google Shape;849;p38"/>
          <p:cNvSpPr txBox="1"/>
          <p:nvPr/>
        </p:nvSpPr>
        <p:spPr>
          <a:xfrm>
            <a:off x="1789112" y="1247775"/>
            <a:ext cx="11698200" cy="67691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4400"/>
              <a:buFont typeface="Arial" panose="020B0604020202020204"/>
              <a:buNone/>
            </a:pPr>
            <a:r>
              <a:rPr 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Limitations &amp; Future Scope</a:t>
            </a:r>
            <a:endParaRPr 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850" name="Google Shape;850;p38"/>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panose="020B0503020204020204"/>
              <a:buNone/>
            </a:pPr>
            <a:endParaRPr lang="en-US" sz="1600" b="0" i="0" u="none">
              <a:solidFill>
                <a:srgbClr val="7F7F7F"/>
              </a:solidFill>
              <a:latin typeface="Times New Roman" panose="02020603050405020304" charset="0"/>
              <a:ea typeface="Corbel" panose="020B0503020204020204"/>
              <a:cs typeface="Times New Roman" panose="02020603050405020304" charset="0"/>
              <a:sym typeface="Corbel" panose="020B0503020204020204"/>
            </a:endParaRPr>
          </a:p>
        </p:txBody>
      </p:sp>
      <p:sp>
        <p:nvSpPr>
          <p:cNvPr id="851" name="Google Shape;851;p38"/>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panose="020B0503020204020204"/>
              <a:buNone/>
            </a:pPr>
            <a:fld id="{00000000-1234-1234-1234-123412341234}" type="slidenum">
              <a:rPr lang="en-US" sz="1800" b="1" i="0" u="none">
                <a:solidFill>
                  <a:schemeClr val="accent1"/>
                </a:solidFill>
                <a:latin typeface="Corbel" panose="020B0503020204020204"/>
                <a:ea typeface="Corbel" panose="020B0503020204020204"/>
                <a:cs typeface="Corbel" panose="020B0503020204020204"/>
                <a:sym typeface="Corbel" panose="020B0503020204020204"/>
              </a:rPr>
            </a:fld>
            <a:endParaRPr lang="en-US" sz="1800" b="1" i="0" u="none">
              <a:solidFill>
                <a:schemeClr val="accent1"/>
              </a:solidFill>
              <a:latin typeface="Corbel" panose="020B0503020204020204"/>
              <a:ea typeface="Corbel" panose="020B0503020204020204"/>
              <a:cs typeface="Corbel" panose="020B0503020204020204"/>
              <a:sym typeface="Corbel" panose="020B0503020204020204"/>
            </a:endParaRPr>
          </a:p>
        </p:txBody>
      </p:sp>
      <p:sp>
        <p:nvSpPr>
          <p:cNvPr id="853" name="Google Shape;853;p38"/>
          <p:cNvSpPr txBox="1"/>
          <p:nvPr/>
        </p:nvSpPr>
        <p:spPr>
          <a:xfrm>
            <a:off x="1447800" y="2324100"/>
            <a:ext cx="16154400" cy="6553200"/>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00000"/>
              </a:lnSpc>
              <a:spcBef>
                <a:spcPts val="0"/>
              </a:spcBef>
              <a:spcAft>
                <a:spcPts val="0"/>
              </a:spcAft>
              <a:buClr>
                <a:schemeClr val="dk1"/>
              </a:buClr>
              <a:buSzPts val="2400"/>
              <a:buFont typeface="Arial" panose="020B0604020202020204"/>
              <a:buChar char="•"/>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Planned Enhancements:</a:t>
            </a:r>
            <a:endPar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285750" marR="0" lvl="0" indent="-285750" algn="just" rtl="0">
              <a:lnSpc>
                <a:spcPct val="100000"/>
              </a:lnSpc>
              <a:spcBef>
                <a:spcPts val="0"/>
              </a:spcBef>
              <a:spcAft>
                <a:spcPts val="0"/>
              </a:spcAft>
              <a:buClr>
                <a:schemeClr val="dk1"/>
              </a:buClr>
              <a:buSzPts val="2400"/>
              <a:buFont typeface="Arial" panose="020B0604020202020204"/>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Integrate the system with navigation applications to provide live route recommendations.</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285750" marR="0" lvl="0" indent="-285750" algn="just" rtl="0">
              <a:lnSpc>
                <a:spcPct val="100000"/>
              </a:lnSpc>
              <a:spcBef>
                <a:spcPts val="0"/>
              </a:spcBef>
              <a:spcAft>
                <a:spcPts val="0"/>
              </a:spcAft>
              <a:buClr>
                <a:schemeClr val="dk1"/>
              </a:buClr>
              <a:buSzPts val="2400"/>
              <a:buFont typeface="Arial" panose="020B0604020202020204"/>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Include weather conditions, accident reports, and road construction data to improve prediction accuracy.</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285750" marR="0" lvl="0" indent="-285750" algn="just" rtl="0">
              <a:lnSpc>
                <a:spcPct val="100000"/>
              </a:lnSpc>
              <a:spcBef>
                <a:spcPts val="0"/>
              </a:spcBef>
              <a:spcAft>
                <a:spcPts val="0"/>
              </a:spcAft>
              <a:buClr>
                <a:schemeClr val="dk1"/>
              </a:buClr>
              <a:buSzPts val="2400"/>
              <a:buFont typeface="Arial" panose="020B0604020202020204"/>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Add real-time incident detection for identifying sudden traffic congestion or roadblocks.</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285750" marR="0" lvl="0" indent="-285750" algn="just" rtl="0">
              <a:lnSpc>
                <a:spcPct val="100000"/>
              </a:lnSpc>
              <a:spcBef>
                <a:spcPts val="0"/>
              </a:spcBef>
              <a:spcAft>
                <a:spcPts val="0"/>
              </a:spcAft>
              <a:buClr>
                <a:schemeClr val="dk1"/>
              </a:buClr>
              <a:buSzPts val="2400"/>
              <a:buFont typeface="Arial" panose="020B0604020202020204"/>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Develop a mobile application for users to access traffic prediction and route suggestions easily.</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285750" marR="0" lvl="0" indent="-285750" algn="just" rtl="0">
              <a:lnSpc>
                <a:spcPct val="100000"/>
              </a:lnSpc>
              <a:spcBef>
                <a:spcPts val="0"/>
              </a:spcBef>
              <a:spcAft>
                <a:spcPts val="0"/>
              </a:spcAft>
              <a:buClr>
                <a:schemeClr val="dk1"/>
              </a:buClr>
              <a:buSzPts val="2400"/>
              <a:buFont typeface="Arial" panose="020B0604020202020204"/>
              <a:buChar char="•"/>
            </a:pP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285750" marR="0" lvl="0" indent="-285750" algn="just" rtl="0">
              <a:lnSpc>
                <a:spcPct val="100000"/>
              </a:lnSpc>
              <a:spcBef>
                <a:spcPts val="0"/>
              </a:spcBef>
              <a:spcAft>
                <a:spcPts val="0"/>
              </a:spcAft>
              <a:buClr>
                <a:schemeClr val="dk1"/>
              </a:buClr>
              <a:buSzPts val="2400"/>
              <a:buFont typeface="Arial" panose="020B0604020202020204"/>
              <a:buChar char="•"/>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Potential Research Directions:</a:t>
            </a:r>
            <a:endPar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285750" marR="0" lvl="0" indent="-285750" algn="just" rtl="0">
              <a:lnSpc>
                <a:spcPct val="100000"/>
              </a:lnSpc>
              <a:spcBef>
                <a:spcPts val="0"/>
              </a:spcBef>
              <a:spcAft>
                <a:spcPts val="0"/>
              </a:spcAft>
              <a:buClr>
                <a:schemeClr val="dk1"/>
              </a:buClr>
              <a:buSzPts val="2400"/>
              <a:buFont typeface="Arial" panose="020B0604020202020204"/>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Explore advanced deep learning models to further improve spatiotemporal traffic prediction.</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285750" marR="0" lvl="0" indent="-285750" algn="just" rtl="0">
              <a:lnSpc>
                <a:spcPct val="100000"/>
              </a:lnSpc>
              <a:spcBef>
                <a:spcPts val="0"/>
              </a:spcBef>
              <a:spcAft>
                <a:spcPts val="0"/>
              </a:spcAft>
              <a:buClr>
                <a:schemeClr val="dk1"/>
              </a:buClr>
              <a:buSzPts val="2400"/>
              <a:buFont typeface="Arial" panose="020B0604020202020204"/>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Study the use of reinforcement learning for dynamic route recommendation.</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285750" marR="0" lvl="0" indent="-285750" algn="just" rtl="0">
              <a:lnSpc>
                <a:spcPct val="100000"/>
              </a:lnSpc>
              <a:spcBef>
                <a:spcPts val="0"/>
              </a:spcBef>
              <a:spcAft>
                <a:spcPts val="0"/>
              </a:spcAft>
              <a:buClr>
                <a:schemeClr val="dk1"/>
              </a:buClr>
              <a:buSzPts val="2400"/>
              <a:buFont typeface="Arial" panose="020B0604020202020204"/>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Investigate smart city integration using IoT sensors and connected vehicles.</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285750" marR="0" lvl="0" indent="-285750" algn="just" rtl="0">
              <a:lnSpc>
                <a:spcPct val="100000"/>
              </a:lnSpc>
              <a:spcBef>
                <a:spcPts val="0"/>
              </a:spcBef>
              <a:spcAft>
                <a:spcPts val="0"/>
              </a:spcAft>
              <a:buClr>
                <a:schemeClr val="dk1"/>
              </a:buClr>
              <a:buSzPts val="2400"/>
              <a:buFont typeface="Arial" panose="020B0604020202020204"/>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Extend the system to predict public transport traffic and pedestrian movement.</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just" rtl="0">
              <a:lnSpc>
                <a:spcPct val="100000"/>
              </a:lnSpc>
              <a:spcBef>
                <a:spcPts val="0"/>
              </a:spcBef>
              <a:spcAft>
                <a:spcPts val="0"/>
              </a:spcAft>
              <a:buClr>
                <a:schemeClr val="dk1"/>
              </a:buClr>
              <a:buSzPts val="2400"/>
              <a:buNone/>
            </a:pP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285750" marR="0" lvl="0" indent="-285750" algn="just" rtl="0">
              <a:lnSpc>
                <a:spcPct val="100000"/>
              </a:lnSpc>
              <a:spcBef>
                <a:spcPts val="0"/>
              </a:spcBef>
              <a:spcAft>
                <a:spcPts val="0"/>
              </a:spcAft>
              <a:buClr>
                <a:schemeClr val="dk1"/>
              </a:buClr>
              <a:buSzPts val="2400"/>
              <a:buFont typeface="Arial" panose="020B0604020202020204"/>
              <a:buChar char="•"/>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Known issues/shortcomings</a:t>
            </a:r>
            <a:endPar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285750" marR="0" lvl="0" indent="-285750" algn="just" rtl="0">
              <a:lnSpc>
                <a:spcPct val="100000"/>
              </a:lnSpc>
              <a:spcBef>
                <a:spcPts val="0"/>
              </a:spcBef>
              <a:spcAft>
                <a:spcPts val="0"/>
              </a:spcAft>
              <a:buClr>
                <a:schemeClr val="dk1"/>
              </a:buClr>
              <a:buSzPts val="2400"/>
              <a:buFont typeface="Arial" panose="020B0604020202020204"/>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The model accuracy decreases during unexpected events such as accidents or extreme weather.</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285750" marR="0" lvl="0" indent="-285750" algn="just" rtl="0">
              <a:lnSpc>
                <a:spcPct val="100000"/>
              </a:lnSpc>
              <a:spcBef>
                <a:spcPts val="0"/>
              </a:spcBef>
              <a:spcAft>
                <a:spcPts val="0"/>
              </a:spcAft>
              <a:buClr>
                <a:schemeClr val="dk1"/>
              </a:buClr>
              <a:buSzPts val="2400"/>
              <a:buFont typeface="Arial" panose="020B0604020202020204"/>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The system depends heavily on the availability and quality of real-time traffic data.</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285750" marR="0" lvl="0" indent="-285750" algn="just" rtl="0">
              <a:lnSpc>
                <a:spcPct val="100000"/>
              </a:lnSpc>
              <a:spcBef>
                <a:spcPts val="0"/>
              </a:spcBef>
              <a:spcAft>
                <a:spcPts val="0"/>
              </a:spcAft>
              <a:buClr>
                <a:schemeClr val="dk1"/>
              </a:buClr>
              <a:buSzPts val="2400"/>
              <a:buFont typeface="Arial" panose="020B0604020202020204"/>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Large datasets increase computational time and memory requirements.</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285750" marR="0" lvl="0" indent="-285750" algn="just" rtl="0">
              <a:lnSpc>
                <a:spcPct val="100000"/>
              </a:lnSpc>
              <a:spcBef>
                <a:spcPts val="0"/>
              </a:spcBef>
              <a:spcAft>
                <a:spcPts val="0"/>
              </a:spcAft>
              <a:buClr>
                <a:schemeClr val="dk1"/>
              </a:buClr>
              <a:buSzPts val="2400"/>
              <a:buFont typeface="Arial" panose="020B0604020202020204"/>
              <a:buChar char="•"/>
            </a:pPr>
            <a:r>
              <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The current system is mainly suitable for urban road networks and may not perform equally well in rural areas.</a:t>
            </a:r>
            <a:endParaRPr lang="en-US" altLang="en-US" sz="24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2"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panose="02020603050405020304"/>
              <a:buNone/>
            </a:pPr>
            <a:r>
              <a:rPr lang="en-US" sz="1600" b="0" i="0" u="none" dirty="0">
                <a:solidFill>
                  <a:srgbClr val="7F7F7F"/>
                </a:solidFill>
                <a:latin typeface="Times New Roman" panose="02020603050405020304"/>
                <a:ea typeface="Times New Roman" panose="02020603050405020304"/>
                <a:cs typeface="Times New Roman" panose="02020603050405020304"/>
                <a:sym typeface="Times New Roman" panose="02020603050405020304"/>
              </a:rPr>
              <a:t>BATCH NO : 03                 DEPARTMENT OF ARTIFICIAL INTELLIGENCE AND DATA SCIENCE</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grpSp>
        <p:nvGrpSpPr>
          <p:cNvPr id="858" name="Google Shape;858;p39"/>
          <p:cNvGrpSpPr/>
          <p:nvPr/>
        </p:nvGrpSpPr>
        <p:grpSpPr>
          <a:xfrm>
            <a:off x="15573375" y="7940675"/>
            <a:ext cx="4692620" cy="4692620"/>
            <a:chOff x="0" y="0"/>
            <a:chExt cx="812800" cy="812800"/>
          </a:xfrm>
        </p:grpSpPr>
        <p:sp>
          <p:nvSpPr>
            <p:cNvPr id="859" name="Google Shape;859;p39"/>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860" name="Google Shape;860;p39"/>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grpSp>
      <p:sp>
        <p:nvSpPr>
          <p:cNvPr id="861" name="Google Shape;861;p39"/>
          <p:cNvSpPr txBox="1"/>
          <p:nvPr/>
        </p:nvSpPr>
        <p:spPr>
          <a:xfrm>
            <a:off x="1789112" y="1247775"/>
            <a:ext cx="11698200" cy="67691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4400"/>
              <a:buFont typeface="Arial" panose="020B0604020202020204"/>
              <a:buNone/>
            </a:pPr>
            <a:r>
              <a:rPr 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Conclusion</a:t>
            </a:r>
            <a:endParaRPr 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863" name="Google Shape;863;p39"/>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panose="020B0503020204020204"/>
              <a:buNone/>
            </a:pPr>
            <a:fld id="{00000000-1234-1234-1234-123412341234}" type="slidenum">
              <a:rPr lang="en-US" sz="1800" b="1" i="0" u="none">
                <a:solidFill>
                  <a:schemeClr val="accent1"/>
                </a:solidFill>
                <a:latin typeface="Corbel" panose="020B0503020204020204"/>
                <a:ea typeface="Corbel" panose="020B0503020204020204"/>
                <a:cs typeface="Corbel" panose="020B0503020204020204"/>
                <a:sym typeface="Corbel" panose="020B0503020204020204"/>
              </a:rPr>
            </a:fld>
            <a:endParaRPr lang="en-US" sz="1800" b="1" i="0" u="none">
              <a:solidFill>
                <a:schemeClr val="accent1"/>
              </a:solidFill>
              <a:latin typeface="Corbel" panose="020B0503020204020204"/>
              <a:ea typeface="Corbel" panose="020B0503020204020204"/>
              <a:cs typeface="Corbel" panose="020B0503020204020204"/>
              <a:sym typeface="Corbel" panose="020B0503020204020204"/>
            </a:endParaRPr>
          </a:p>
        </p:txBody>
      </p:sp>
      <p:sp>
        <p:nvSpPr>
          <p:cNvPr id="865" name="Google Shape;865;p39"/>
          <p:cNvSpPr txBox="1"/>
          <p:nvPr/>
        </p:nvSpPr>
        <p:spPr>
          <a:xfrm>
            <a:off x="1447800" y="2324100"/>
            <a:ext cx="16154400" cy="629539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15000"/>
              </a:lnSpc>
              <a:spcBef>
                <a:spcPts val="0"/>
              </a:spcBef>
              <a:spcAft>
                <a:spcPts val="0"/>
              </a:spcAft>
              <a:buClr>
                <a:schemeClr val="dk1"/>
              </a:buClr>
              <a:buSzPts val="2400"/>
              <a:buFont typeface="Arial" panose="020B0604020202020204"/>
              <a:buChar char="•"/>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Summary of what was achieved</a:t>
            </a:r>
            <a:endPar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Developed a CTNS-based system that predicts future traffic conditions using historical and real-time traffic data.</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Successfully identified congested areas and recommended the optimal travel route with minimum delay.</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Achieved high prediction performance with 92.35% accuracy and low prediction error.</a:t>
            </a:r>
            <a:r>
              <a:rPr 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 </a:t>
            </a:r>
            <a:endParaRPr 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Implemented visualization modules to display traffic trends, congestion levels, and route recommendations clearly.</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r>
              <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Final remarks on the project</a:t>
            </a:r>
            <a:endParaRPr lang="en-US" sz="28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The project proves that spatiotemporal deep learning techniques can improve traffic prediction and route planning.</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The proposed system can support real-time traffic management and reduce travel time and congestion in urban areas.</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Future improvements such as adding weather, accident, and live sensor data can further increase the accuracy and usefulness of the system.</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342900" marR="0" lvl="0" indent="-342900" algn="l" rtl="0">
              <a:lnSpc>
                <a:spcPct val="115000"/>
              </a:lnSpc>
              <a:spcBef>
                <a:spcPts val="800"/>
              </a:spcBef>
              <a:spcAft>
                <a:spcPts val="0"/>
              </a:spcAft>
              <a:buClr>
                <a:schemeClr val="dk1"/>
              </a:buClr>
              <a:buSzPts val="2400"/>
              <a:buFont typeface="Arial" panose="020B0604020202020204"/>
              <a:buChar char="•"/>
            </a:pPr>
            <a:r>
              <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The project can be further extended and integrated into smart city transportation systems for better urban mobility.</a:t>
            </a:r>
            <a:endParaRPr lang="en-US" altLang="en-US"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800"/>
              </a:spcBef>
              <a:spcAft>
                <a:spcPts val="0"/>
              </a:spcAft>
              <a:buNone/>
            </a:pPr>
            <a:endParaRPr sz="24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2"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panose="02020603050405020304"/>
              <a:buNone/>
            </a:pPr>
            <a:r>
              <a:rPr lang="en-US" sz="1600" b="0" i="0" u="none" dirty="0">
                <a:solidFill>
                  <a:srgbClr val="7F7F7F"/>
                </a:solidFill>
                <a:latin typeface="Times New Roman" panose="02020603050405020304"/>
                <a:ea typeface="Times New Roman" panose="02020603050405020304"/>
                <a:cs typeface="Times New Roman" panose="02020603050405020304"/>
                <a:sym typeface="Times New Roman" panose="02020603050405020304"/>
              </a:rPr>
              <a:t>BATCH NO : 03                 DEPARTMENT OF ARTIFICIAL INTELLIGENCE AND DATA SCIENCE</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grpSp>
        <p:nvGrpSpPr>
          <p:cNvPr id="870" name="Google Shape;870;p40"/>
          <p:cNvGrpSpPr/>
          <p:nvPr/>
        </p:nvGrpSpPr>
        <p:grpSpPr>
          <a:xfrm>
            <a:off x="15573375" y="7940675"/>
            <a:ext cx="4692620" cy="4692620"/>
            <a:chOff x="0" y="0"/>
            <a:chExt cx="812800" cy="812800"/>
          </a:xfrm>
        </p:grpSpPr>
        <p:sp>
          <p:nvSpPr>
            <p:cNvPr id="871" name="Google Shape;871;p4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872" name="Google Shape;872;p40"/>
            <p:cNvSpPr txBox="1"/>
            <p:nvPr/>
          </p:nvSpPr>
          <p:spPr>
            <a:xfrm>
              <a:off x="76200" y="4096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grpSp>
      <p:sp>
        <p:nvSpPr>
          <p:cNvPr id="873" name="Google Shape;873;p40"/>
          <p:cNvSpPr txBox="1"/>
          <p:nvPr/>
        </p:nvSpPr>
        <p:spPr>
          <a:xfrm>
            <a:off x="1653540" y="1247775"/>
            <a:ext cx="14297660" cy="6807200"/>
          </a:xfrm>
          <a:prstGeom prst="rect">
            <a:avLst/>
          </a:prstGeom>
          <a:noFill/>
          <a:ln>
            <a:noFill/>
          </a:ln>
        </p:spPr>
        <p:txBody>
          <a:bodyPr spcFirstLastPara="1" wrap="square" lIns="0" tIns="0" rIns="0" bIns="0" anchor="t" anchorCtr="0">
            <a:noAutofit/>
          </a:bodyPr>
          <a:lstStyle/>
          <a:p>
            <a:pPr marL="0" marR="0" lvl="0" indent="-279400" algn="l" rtl="0">
              <a:lnSpc>
                <a:spcPct val="100000"/>
              </a:lnSpc>
              <a:spcBef>
                <a:spcPts val="0"/>
              </a:spcBef>
              <a:spcAft>
                <a:spcPts val="0"/>
              </a:spcAft>
              <a:buClr>
                <a:schemeClr val="dk1"/>
              </a:buClr>
              <a:buSzPts val="4400"/>
              <a:buFont typeface="Arial" panose="020B0604020202020204"/>
              <a:buChar char="•"/>
            </a:pPr>
            <a:r>
              <a:rPr 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YouTube Demonstration Video URL &amp; Git Hub Link</a:t>
            </a:r>
            <a:endParaRPr 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279400" algn="l" rtl="0">
              <a:lnSpc>
                <a:spcPct val="100000"/>
              </a:lnSpc>
              <a:spcBef>
                <a:spcPts val="0"/>
              </a:spcBef>
              <a:spcAft>
                <a:spcPts val="0"/>
              </a:spcAft>
              <a:buClr>
                <a:schemeClr val="dk1"/>
              </a:buClr>
              <a:buSzPts val="4400"/>
              <a:buFont typeface="Arial" panose="020B0604020202020204"/>
              <a:buChar char="•"/>
            </a:pPr>
            <a:endParaRPr 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Clr>
                <a:schemeClr val="dk1"/>
              </a:buClr>
              <a:buSzPts val="4400"/>
              <a:buNone/>
            </a:pPr>
            <a:r>
              <a:rPr lang="en-US" alt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Demo:https:</a:t>
            </a:r>
            <a:r>
              <a:rPr lang="en-US" altLang="en-US" sz="28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https://drive.google.com/drive/folders/1pn5uSo90akAaLIZ7ZwGEr_m35mCTBim</a:t>
            </a:r>
            <a:endParaRPr lang="en-US" altLang="en-US" sz="28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Clr>
                <a:schemeClr val="dk1"/>
              </a:buClr>
              <a:buSzPts val="4400"/>
              <a:buNone/>
            </a:pPr>
            <a:endParaRPr lang="en-US" alt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Clr>
                <a:schemeClr val="dk1"/>
              </a:buClr>
              <a:buSzPts val="4400"/>
              <a:buNone/>
            </a:pPr>
            <a:r>
              <a:rPr lang="en-US" alt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Github:https:</a:t>
            </a:r>
            <a:r>
              <a:rPr lang="en-US" altLang="en-US" sz="280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//github.com/Naresh13-dev/Smart-Traffic-System</a:t>
            </a:r>
            <a:endParaRPr lang="en-US" altLang="en-US" sz="280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875" name="Google Shape;875;p40"/>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panose="020B0503020204020204"/>
              <a:buNone/>
            </a:pPr>
            <a:fld id="{00000000-1234-1234-1234-123412341234}" type="slidenum">
              <a:rPr lang="en-US" sz="1800" b="1" i="0" u="none">
                <a:solidFill>
                  <a:schemeClr val="accent1"/>
                </a:solidFill>
                <a:latin typeface="Corbel" panose="020B0503020204020204"/>
                <a:ea typeface="Corbel" panose="020B0503020204020204"/>
                <a:cs typeface="Corbel" panose="020B0503020204020204"/>
                <a:sym typeface="Corbel" panose="020B0503020204020204"/>
              </a:rPr>
            </a:fld>
            <a:endParaRPr lang="en-US" sz="1800" b="1" i="0" u="none">
              <a:solidFill>
                <a:schemeClr val="accent1"/>
              </a:solidFill>
              <a:latin typeface="Corbel" panose="020B0503020204020204"/>
              <a:ea typeface="Corbel" panose="020B0503020204020204"/>
              <a:cs typeface="Corbel" panose="020B0503020204020204"/>
              <a:sym typeface="Corbel" panose="020B0503020204020204"/>
            </a:endParaRPr>
          </a:p>
        </p:txBody>
      </p:sp>
      <p:sp>
        <p:nvSpPr>
          <p:cNvPr id="2"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panose="02020603050405020304"/>
              <a:buNone/>
            </a:pPr>
            <a:r>
              <a:rPr lang="en-US" sz="1600" b="0" i="0" u="none" dirty="0">
                <a:solidFill>
                  <a:srgbClr val="7F7F7F"/>
                </a:solidFill>
                <a:latin typeface="Times New Roman" panose="02020603050405020304"/>
                <a:ea typeface="Times New Roman" panose="02020603050405020304"/>
                <a:cs typeface="Times New Roman" panose="02020603050405020304"/>
                <a:sym typeface="Times New Roman" panose="02020603050405020304"/>
              </a:rPr>
              <a:t>BATCH NO : 03                 DEPARTMENT OF ARTIFICIAL INTELLIGENCE AND DATA SCIENCE</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grpSp>
        <p:nvGrpSpPr>
          <p:cNvPr id="892" name="Google Shape;892;p42"/>
          <p:cNvGrpSpPr/>
          <p:nvPr/>
        </p:nvGrpSpPr>
        <p:grpSpPr>
          <a:xfrm>
            <a:off x="15573375" y="7940675"/>
            <a:ext cx="4692620" cy="4692620"/>
            <a:chOff x="0" y="0"/>
            <a:chExt cx="812800" cy="812800"/>
          </a:xfrm>
        </p:grpSpPr>
        <p:sp>
          <p:nvSpPr>
            <p:cNvPr id="893" name="Google Shape;893;p4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cmpd="sng">
              <a:solidFill>
                <a:srgbClr val="FFFFFF">
                  <a:alpha val="15690"/>
                </a:srgbClr>
              </a:solidFill>
              <a:prstDash val="solid"/>
              <a:miter lim="524288"/>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sp>
          <p:nvSpPr>
            <p:cNvPr id="894" name="Google Shape;894;p42"/>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orbel" panose="020B0503020204020204"/>
                <a:ea typeface="Corbel" panose="020B0503020204020204"/>
                <a:cs typeface="Corbel" panose="020B0503020204020204"/>
                <a:sym typeface="Corbel" panose="020B0503020204020204"/>
              </a:endParaRPr>
            </a:p>
          </p:txBody>
        </p:sp>
      </p:grpSp>
      <p:sp>
        <p:nvSpPr>
          <p:cNvPr id="895" name="Google Shape;895;p42"/>
          <p:cNvSpPr txBox="1"/>
          <p:nvPr/>
        </p:nvSpPr>
        <p:spPr>
          <a:xfrm>
            <a:off x="1752600" y="615950"/>
            <a:ext cx="13527000" cy="67691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4400"/>
              <a:buFont typeface="Arial" panose="020B0604020202020204"/>
              <a:buNone/>
            </a:pPr>
            <a:r>
              <a:rPr 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Publication Status</a:t>
            </a:r>
            <a:endParaRPr lang="en-US" sz="44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896" name="Google Shape;896;p42"/>
          <p:cNvSpPr txBox="1"/>
          <p:nvPr/>
        </p:nvSpPr>
        <p:spPr>
          <a:xfrm>
            <a:off x="42418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panose="020B0503020204020204"/>
              <a:buNone/>
            </a:pPr>
            <a:endParaRPr lang="en-US" sz="1600" b="0" i="0" u="none">
              <a:solidFill>
                <a:srgbClr val="7F7F7F"/>
              </a:solidFill>
              <a:latin typeface="Times New Roman" panose="02020603050405020304" charset="0"/>
              <a:ea typeface="Corbel" panose="020B0503020204020204"/>
              <a:cs typeface="Times New Roman" panose="02020603050405020304" charset="0"/>
              <a:sym typeface="Corbel" panose="020B0503020204020204"/>
            </a:endParaRPr>
          </a:p>
        </p:txBody>
      </p:sp>
      <p:sp>
        <p:nvSpPr>
          <p:cNvPr id="897" name="Google Shape;897;p42"/>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panose="020B0503020204020204"/>
              <a:buNone/>
            </a:pPr>
            <a:fld id="{00000000-1234-1234-1234-123412341234}" type="slidenum">
              <a:rPr lang="en-US" sz="1800" b="1" i="0" u="none">
                <a:solidFill>
                  <a:schemeClr val="accent1"/>
                </a:solidFill>
                <a:latin typeface="Corbel" panose="020B0503020204020204"/>
                <a:ea typeface="Corbel" panose="020B0503020204020204"/>
                <a:cs typeface="Corbel" panose="020B0503020204020204"/>
                <a:sym typeface="Corbel" panose="020B0503020204020204"/>
              </a:rPr>
            </a:fld>
            <a:endParaRPr lang="en-US" sz="1800" b="1" i="0" u="none">
              <a:solidFill>
                <a:schemeClr val="accent1"/>
              </a:solidFill>
              <a:latin typeface="Corbel" panose="020B0503020204020204"/>
              <a:ea typeface="Corbel" panose="020B0503020204020204"/>
              <a:cs typeface="Corbel" panose="020B0503020204020204"/>
              <a:sym typeface="Corbel" panose="020B0503020204020204"/>
            </a:endParaRPr>
          </a:p>
        </p:txBody>
      </p:sp>
      <p:sp>
        <p:nvSpPr>
          <p:cNvPr id="899" name="Google Shape;899;p42"/>
          <p:cNvSpPr txBox="1"/>
          <p:nvPr/>
        </p:nvSpPr>
        <p:spPr>
          <a:xfrm>
            <a:off x="990600" y="1694815"/>
            <a:ext cx="16306800" cy="62458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Arial" panose="020B0604020202020204"/>
              <a:buNone/>
            </a:pPr>
            <a:r>
              <a:rPr lang="en-US" sz="20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Conference Details:</a:t>
            </a:r>
            <a:endParaRPr lang="en-US" sz="20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Clr>
                <a:schemeClr val="dk1"/>
              </a:buClr>
              <a:buSzPts val="2000"/>
              <a:buFont typeface="Corbel" panose="020B0503020204020204"/>
              <a:buNone/>
            </a:pPr>
            <a:endParaRPr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Clr>
                <a:schemeClr val="dk1"/>
              </a:buClr>
              <a:buSzPts val="2000"/>
              <a:buFont typeface="Arial" panose="020B0604020202020204"/>
              <a:buNone/>
            </a:pPr>
            <a:r>
              <a:rPr lang="en-US" sz="20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Conference Name:</a:t>
            </a:r>
            <a:r>
              <a:rPr lang="en-US"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 </a:t>
            </a:r>
            <a:r>
              <a:rPr lang="en-US" altLang="en-US" sz="2000">
                <a:latin typeface="Times New Roman" panose="02020603050405020304" charset="0"/>
                <a:cs typeface="Times New Roman" panose="02020603050405020304" charset="0"/>
                <a:sym typeface="+mn-ea"/>
              </a:rPr>
              <a:t>Third International Conference on Trends in Quantum Computing and Emerging Business Technologies TQCEBT'26 Conference. </a:t>
            </a:r>
            <a:endParaRPr lang="en-US"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Clr>
                <a:schemeClr val="dk1"/>
              </a:buClr>
              <a:buSzPts val="2000"/>
              <a:buFont typeface="Arial" panose="020B0604020202020204"/>
              <a:buNone/>
            </a:pPr>
            <a:r>
              <a:rPr lang="en-US" sz="20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Conference Location:</a:t>
            </a:r>
            <a:r>
              <a:rPr lang="en-US"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 Pune, India</a:t>
            </a:r>
            <a:endParaRPr lang="en-US"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Clr>
                <a:schemeClr val="dk1"/>
              </a:buClr>
              <a:buSzPts val="2000"/>
              <a:buFont typeface="Arial" panose="020B0604020202020204"/>
              <a:buNone/>
            </a:pPr>
            <a:r>
              <a:rPr lang="en-US" sz="20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Conference Dates:</a:t>
            </a:r>
            <a:r>
              <a:rPr lang="en-US"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 9th April 2026 - 11th April 2026</a:t>
            </a:r>
            <a:endParaRPr lang="en-US"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Clr>
                <a:schemeClr val="dk1"/>
              </a:buClr>
              <a:buSzPts val="2000"/>
              <a:buFont typeface="Arial" panose="020B0604020202020204"/>
              <a:buNone/>
            </a:pPr>
            <a:r>
              <a:rPr lang="en-US" sz="20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Conference Website (Optional):</a:t>
            </a:r>
            <a:r>
              <a:rPr lang="en-US"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 https://tqcebt.christuniversity.in</a:t>
            </a:r>
            <a:endParaRPr lang="en-US"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Clr>
                <a:schemeClr val="dk1"/>
              </a:buClr>
              <a:buSzPts val="2000"/>
              <a:buFont typeface="Corbel" panose="020B0503020204020204"/>
              <a:buNone/>
            </a:pPr>
            <a:endParaRPr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Clr>
                <a:schemeClr val="dk1"/>
              </a:buClr>
              <a:buSzPts val="2000"/>
              <a:buFont typeface="Arial" panose="020B0604020202020204"/>
              <a:buNone/>
            </a:pPr>
            <a:r>
              <a:rPr lang="en-US" sz="20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Publication Status:		</a:t>
            </a:r>
            <a:endParaRPr lang="en-US" sz="20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Clr>
                <a:schemeClr val="dk1"/>
              </a:buClr>
              <a:buSzPts val="2000"/>
              <a:buFont typeface="Corbel" panose="020B0503020204020204"/>
              <a:buNone/>
            </a:pPr>
            <a:endParaRPr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Clr>
                <a:schemeClr val="dk1"/>
              </a:buClr>
              <a:buSzPts val="2000"/>
              <a:buFont typeface="Arial" panose="020B0604020202020204"/>
              <a:buNone/>
            </a:pPr>
            <a:r>
              <a:rPr lang="en-US" sz="20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Paper Title:</a:t>
            </a:r>
            <a:r>
              <a:rPr lang="en-US"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 </a:t>
            </a:r>
            <a:r>
              <a:rPr lang="en-US" altLang="en-US"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An AI-Based Approach for Personalized Clothing Recommendations Using Real-Time Emotion Recognition</a:t>
            </a:r>
            <a:endParaRPr lang="en-US" altLang="en-US"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Clr>
                <a:schemeClr val="dk1"/>
              </a:buClr>
              <a:buSzPts val="2000"/>
              <a:buFont typeface="Arial" panose="020B0604020202020204"/>
              <a:buNone/>
            </a:pPr>
            <a:r>
              <a:rPr lang="en-US" sz="20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Authors:</a:t>
            </a:r>
            <a:r>
              <a:rPr lang="en-US"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 R. Naresh, K. Venkatesh, Dr. P. Santhi</a:t>
            </a:r>
            <a:endParaRPr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Clr>
                <a:schemeClr val="dk1"/>
              </a:buClr>
              <a:buSzPts val="2000"/>
              <a:buFont typeface="Arial" panose="020B0604020202020204"/>
              <a:buNone/>
            </a:pPr>
            <a:r>
              <a:rPr lang="en-US" sz="20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Status:</a:t>
            </a:r>
            <a:r>
              <a:rPr lang="en-US"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 Accepted</a:t>
            </a:r>
            <a:endParaRPr lang="en-US"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Clr>
                <a:schemeClr val="dk1"/>
              </a:buClr>
              <a:buSzPts val="2000"/>
              <a:buFont typeface="Arial" panose="020B0604020202020204"/>
              <a:buNone/>
            </a:pPr>
            <a:r>
              <a:rPr lang="en-US" sz="20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Accepted:</a:t>
            </a:r>
            <a:r>
              <a:rPr lang="en-US"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 "Our paper titled </a:t>
            </a:r>
            <a:r>
              <a:rPr lang="en-US" altLang="en-US" sz="2000">
                <a:solidFill>
                  <a:schemeClr val="dk1"/>
                </a:solidFill>
                <a:latin typeface="Times New Roman" panose="02020603050405020304" charset="0"/>
                <a:cs typeface="Times New Roman" panose="02020603050405020304" charset="0"/>
                <a:sym typeface="Arial" panose="020B0604020202020204"/>
              </a:rPr>
              <a:t>An AI-Based Approach for Personalized Clothing Recommendations Using Real-Time Emotion Recognition </a:t>
            </a:r>
            <a:r>
              <a:rPr lang="en-US"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has been accepted for publication and presentation at the </a:t>
            </a:r>
            <a:r>
              <a:rPr lang="en-US" altLang="en-US" sz="2000">
                <a:latin typeface="Times New Roman" panose="02020603050405020304" charset="0"/>
                <a:cs typeface="Times New Roman" panose="02020603050405020304" charset="0"/>
                <a:sym typeface="+mn-ea"/>
              </a:rPr>
              <a:t>Trends in Quantum Computing and Emerging Business Technologies TQCEBT'26 Conference</a:t>
            </a:r>
            <a:r>
              <a:rPr lang="en-US"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 conference.“</a:t>
            </a:r>
            <a:endParaRPr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Clr>
                <a:schemeClr val="dk1"/>
              </a:buClr>
              <a:buSzPts val="2000"/>
              <a:buFont typeface="Arial" panose="020B0604020202020204"/>
              <a:buNone/>
            </a:pPr>
            <a:r>
              <a:rPr lang="en-US" sz="2000" b="1" i="0" u="none">
                <a:solidFill>
                  <a:schemeClr val="dk1"/>
                </a:solidFill>
                <a:latin typeface="Times New Roman" panose="02020603050405020304" charset="0"/>
                <a:ea typeface="Arial" panose="020B0604020202020204"/>
                <a:cs typeface="Times New Roman" panose="02020603050405020304" charset="0"/>
                <a:sym typeface="Arial" panose="020B0604020202020204"/>
              </a:rPr>
              <a:t>Significance:</a:t>
            </a:r>
            <a:endParaRPr lang="en-US" sz="20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Clr>
                <a:schemeClr val="dk1"/>
              </a:buClr>
              <a:buSzPts val="2000"/>
              <a:buFont typeface="Arial" panose="020B0604020202020204"/>
              <a:buNone/>
            </a:pPr>
            <a:r>
              <a:rPr lang="en-US"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Publication in this prestigious conference demonstrates the novelty and impact of our research in the field of </a:t>
            </a:r>
            <a:r>
              <a:rPr lang="en-US" altLang="en-US" sz="2000">
                <a:solidFill>
                  <a:schemeClr val="dk1"/>
                </a:solidFill>
                <a:latin typeface="Times New Roman" panose="02020603050405020304" charset="0"/>
                <a:cs typeface="Times New Roman" panose="02020603050405020304" charset="0"/>
                <a:sym typeface="Arial" panose="020B0604020202020204"/>
              </a:rPr>
              <a:t>An AI-Based Approach for Personalized Clothing Recommendations Using Real-Time Emotion Recognition</a:t>
            </a:r>
            <a:r>
              <a:rPr lang="en-US"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a:t>
            </a:r>
            <a:endParaRPr lang="en-US"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Clr>
                <a:schemeClr val="dk1"/>
              </a:buClr>
              <a:buSzPts val="2000"/>
              <a:buFont typeface="Arial" panose="020B0604020202020204"/>
              <a:buNone/>
            </a:pPr>
            <a:r>
              <a:rPr lang="en-US"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rPr>
              <a:t>Presenting at this conference provides valuable feedback from experts and opportunities for collaboration and future development.</a:t>
            </a:r>
            <a:endParaRPr lang="en-US"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Clr>
                <a:schemeClr val="dk1"/>
              </a:buClr>
              <a:buSzPts val="2000"/>
              <a:buFont typeface="Corbel" panose="020B0503020204020204"/>
              <a:buNone/>
            </a:pPr>
            <a:endParaRPr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a:p>
            <a:pPr marL="0" marR="0" lvl="0" indent="0" algn="l" rtl="0">
              <a:lnSpc>
                <a:spcPct val="100000"/>
              </a:lnSpc>
              <a:spcBef>
                <a:spcPts val="0"/>
              </a:spcBef>
              <a:spcAft>
                <a:spcPts val="0"/>
              </a:spcAft>
              <a:buNone/>
            </a:pPr>
            <a:endParaRPr sz="2000" b="0"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2"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panose="02020603050405020304"/>
              <a:buNone/>
            </a:pPr>
            <a:r>
              <a:rPr lang="en-US" sz="1600" b="0" i="0" u="none" dirty="0">
                <a:solidFill>
                  <a:srgbClr val="7F7F7F"/>
                </a:solidFill>
                <a:latin typeface="Times New Roman" panose="02020603050405020304"/>
                <a:ea typeface="Times New Roman" panose="02020603050405020304"/>
                <a:cs typeface="Times New Roman" panose="02020603050405020304"/>
                <a:sym typeface="Times New Roman" panose="02020603050405020304"/>
              </a:rPr>
              <a:t>BATCH NO : 03                 DEPARTMENT OF ARTIFICIAL INTELLIGENCE AND DATA SCIENCE</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p44"/>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panose="020B0503020204020204"/>
              <a:buNone/>
            </a:pPr>
            <a:endParaRPr lang="en-US" sz="1600" b="0" i="0" u="none">
              <a:solidFill>
                <a:srgbClr val="7F7F7F"/>
              </a:solidFill>
              <a:latin typeface="Times New Roman" panose="02020603050405020304" charset="0"/>
              <a:ea typeface="Corbel" panose="020B0503020204020204"/>
              <a:cs typeface="Times New Roman" panose="02020603050405020304" charset="0"/>
              <a:sym typeface="Corbel" panose="020B0503020204020204"/>
            </a:endParaRPr>
          </a:p>
        </p:txBody>
      </p:sp>
      <p:sp>
        <p:nvSpPr>
          <p:cNvPr id="917" name="Google Shape;917;p44"/>
          <p:cNvSpPr txBox="1"/>
          <p:nvPr/>
        </p:nvSpPr>
        <p:spPr>
          <a:xfrm>
            <a:off x="1676400" y="876300"/>
            <a:ext cx="9144000" cy="659765"/>
          </a:xfrm>
          <a:prstGeom prst="rect">
            <a:avLst/>
          </a:prstGeom>
          <a:noFill/>
          <a:ln>
            <a:noFill/>
          </a:ln>
        </p:spPr>
        <p:txBody>
          <a:bodyPr spcFirstLastPara="1" wrap="square" lIns="91425" tIns="45700" rIns="91425" bIns="45700" anchor="t" anchorCtr="0">
            <a:spAutoFit/>
          </a:bodyPr>
          <a:lstStyle/>
          <a:p>
            <a:pPr marL="0" marR="0" lvl="0" indent="0" algn="l" rtl="0">
              <a:lnSpc>
                <a:spcPct val="103000"/>
              </a:lnSpc>
              <a:spcBef>
                <a:spcPts val="0"/>
              </a:spcBef>
              <a:spcAft>
                <a:spcPts val="0"/>
              </a:spcAft>
              <a:buClr>
                <a:srgbClr val="000000"/>
              </a:buClr>
              <a:buSzPts val="3600"/>
              <a:buFont typeface="Arial" panose="020B0604020202020204"/>
              <a:buNone/>
            </a:pPr>
            <a:r>
              <a:rPr lang="en-US" sz="3600" b="1" i="0" u="none">
                <a:solidFill>
                  <a:srgbClr val="000000"/>
                </a:solidFill>
                <a:latin typeface="Times New Roman" panose="02020603050405020304" charset="0"/>
                <a:ea typeface="Arial" panose="020B0604020202020204"/>
                <a:cs typeface="Times New Roman" panose="02020603050405020304" charset="0"/>
                <a:sym typeface="Arial" panose="020B0604020202020204"/>
              </a:rPr>
              <a:t>References</a:t>
            </a:r>
            <a:endParaRPr lang="en-US" sz="36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918" name="Google Shape;918;p44"/>
          <p:cNvSpPr txBox="1"/>
          <p:nvPr/>
        </p:nvSpPr>
        <p:spPr>
          <a:xfrm>
            <a:off x="1355725" y="2095500"/>
            <a:ext cx="15255875" cy="6368415"/>
          </a:xfrm>
          <a:prstGeom prst="rect">
            <a:avLst/>
          </a:prstGeom>
          <a:noFill/>
          <a:ln>
            <a:noFill/>
          </a:ln>
        </p:spPr>
        <p:txBody>
          <a:bodyPr spcFirstLastPara="1" wrap="square" lIns="91425" tIns="45700" rIns="91425" bIns="45700" anchor="t" anchorCtr="0">
            <a:spAutoFit/>
          </a:bodyPr>
          <a:lstStyle/>
          <a:p>
            <a:pPr algn="just">
              <a:buFont typeface="Arial" panose="020B0604020202020204" pitchFamily="34" charset="0"/>
            </a:pPr>
            <a:r>
              <a:rPr lang="en-IN" sz="2400" dirty="0">
                <a:latin typeface="Times New Roman" panose="02020603050405020304" charset="0"/>
                <a:cs typeface="Times New Roman" panose="02020603050405020304" charset="0"/>
                <a:sym typeface="+mn-ea"/>
              </a:rPr>
              <a:t>[1] Zhang, J., Zheng, Y., Sun, J., &amp; Qi, D. (2019). </a:t>
            </a:r>
            <a:r>
              <a:rPr lang="en-US" altLang="en-IN" sz="2400" dirty="0">
                <a:latin typeface="Times New Roman" panose="02020603050405020304" charset="0"/>
                <a:cs typeface="Times New Roman" panose="02020603050405020304" charset="0"/>
                <a:sym typeface="+mn-ea"/>
              </a:rPr>
              <a:t>“</a:t>
            </a:r>
            <a:r>
              <a:rPr lang="en-IN" sz="2400" dirty="0">
                <a:latin typeface="Times New Roman" panose="02020603050405020304" charset="0"/>
                <a:cs typeface="Times New Roman" panose="02020603050405020304" charset="0"/>
                <a:sym typeface="+mn-ea"/>
              </a:rPr>
              <a:t>Flow Prediction in Spatio-Temporal Networks Based on Multitask Deep Learning</a:t>
            </a:r>
            <a:r>
              <a:rPr lang="en-US" altLang="en-IN" sz="2400" dirty="0">
                <a:latin typeface="Times New Roman" panose="02020603050405020304" charset="0"/>
                <a:cs typeface="Times New Roman" panose="02020603050405020304" charset="0"/>
                <a:sym typeface="+mn-ea"/>
              </a:rPr>
              <a:t>”</a:t>
            </a:r>
            <a:r>
              <a:rPr lang="en-IN" sz="2400" dirty="0">
                <a:latin typeface="Times New Roman" panose="02020603050405020304" charset="0"/>
                <a:cs typeface="Times New Roman" panose="02020603050405020304" charset="0"/>
                <a:sym typeface="+mn-ea"/>
              </a:rPr>
              <a:t>.</a:t>
            </a:r>
            <a:r>
              <a:rPr lang="en-US" altLang="en-IN" sz="2400" dirty="0">
                <a:latin typeface="Times New Roman" panose="02020603050405020304" charset="0"/>
                <a:cs typeface="Times New Roman" panose="02020603050405020304" charset="0"/>
                <a:sym typeface="+mn-ea"/>
              </a:rPr>
              <a:t> In</a:t>
            </a:r>
            <a:r>
              <a:rPr lang="en-IN" sz="2400" dirty="0">
                <a:latin typeface="Times New Roman" panose="02020603050405020304" charset="0"/>
                <a:cs typeface="Times New Roman" panose="02020603050405020304" charset="0"/>
                <a:sym typeface="+mn-ea"/>
              </a:rPr>
              <a:t> IEEE Transactions on Knowledge and Data Engineering, 1–1. doi:10.1109/tkde.2019.2891537 </a:t>
            </a:r>
            <a:endParaRPr lang="en-IN" sz="2400" dirty="0">
              <a:latin typeface="Times New Roman" panose="02020603050405020304" charset="0"/>
              <a:cs typeface="Times New Roman" panose="02020603050405020304" charset="0"/>
            </a:endParaRPr>
          </a:p>
          <a:p>
            <a:pPr algn="just">
              <a:buFont typeface="Arial" panose="020B0604020202020204" pitchFamily="34" charset="0"/>
            </a:pPr>
            <a:endParaRPr lang="en-IN" sz="2400" dirty="0">
              <a:latin typeface="Times New Roman" panose="02020603050405020304" charset="0"/>
              <a:cs typeface="Times New Roman" panose="02020603050405020304" charset="0"/>
            </a:endParaRPr>
          </a:p>
          <a:p>
            <a:pPr algn="just">
              <a:buFont typeface="Arial" panose="020B0604020202020204" pitchFamily="34" charset="0"/>
            </a:pPr>
            <a:r>
              <a:rPr lang="en-US" altLang="en-IN" sz="2400" dirty="0">
                <a:latin typeface="Times New Roman" panose="02020603050405020304" charset="0"/>
                <a:cs typeface="Times New Roman" panose="02020603050405020304" charset="0"/>
                <a:sym typeface="+mn-ea"/>
              </a:rPr>
              <a:t>[2] </a:t>
            </a:r>
            <a:r>
              <a:rPr lang="en-IN" sz="2400" dirty="0">
                <a:latin typeface="Times New Roman" panose="02020603050405020304" charset="0"/>
                <a:cs typeface="Times New Roman" panose="02020603050405020304" charset="0"/>
                <a:sym typeface="+mn-ea"/>
              </a:rPr>
              <a:t>Can Zhang,</a:t>
            </a:r>
            <a:r>
              <a:rPr lang="en-US" altLang="en-IN" sz="2400" dirty="0">
                <a:latin typeface="Times New Roman" panose="02020603050405020304" charset="0"/>
                <a:cs typeface="Times New Roman" panose="02020603050405020304" charset="0"/>
                <a:sym typeface="+mn-ea"/>
              </a:rPr>
              <a:t> Minglong Lei. “</a:t>
            </a:r>
            <a:r>
              <a:rPr lang="en-US" altLang="en-IN" sz="2400">
                <a:latin typeface="Times New Roman" panose="02020603050405020304" charset="0"/>
                <a:cs typeface="Times New Roman" panose="02020603050405020304" charset="0"/>
                <a:sym typeface="+mn-ea"/>
              </a:rPr>
              <a:t>A Survey on Spatio-Temporal Graph Neural Networks for Traffic Forecasting”.In 2023 IEEE International Conference on Data Mining Workshops (ICDMW).DOI:10.1109/ICDMW60847.2023.00180</a:t>
            </a:r>
            <a:endParaRPr lang="en-US" altLang="en-IN" sz="2400">
              <a:latin typeface="Times New Roman" panose="02020603050405020304" charset="0"/>
              <a:cs typeface="Times New Roman" panose="02020603050405020304" charset="0"/>
              <a:sym typeface="+mn-ea"/>
            </a:endParaRPr>
          </a:p>
          <a:p>
            <a:pPr algn="just">
              <a:buFont typeface="Arial" panose="020B0604020202020204" pitchFamily="34" charset="0"/>
            </a:pPr>
            <a:endParaRPr lang="en-US" altLang="en-IN" sz="2400">
              <a:latin typeface="Times New Roman" panose="02020603050405020304" charset="0"/>
              <a:cs typeface="Times New Roman" panose="02020603050405020304" charset="0"/>
              <a:sym typeface="+mn-ea"/>
            </a:endParaRPr>
          </a:p>
          <a:p>
            <a:pPr algn="just">
              <a:buFont typeface="Arial" panose="020B0604020202020204" pitchFamily="34" charset="0"/>
            </a:pPr>
            <a:r>
              <a:rPr lang="en-US" altLang="en-IN" sz="2400">
                <a:latin typeface="Times New Roman" panose="02020603050405020304" charset="0"/>
                <a:cs typeface="Times New Roman" panose="02020603050405020304" charset="0"/>
                <a:sym typeface="+mn-ea"/>
              </a:rPr>
              <a:t>[3] Jie Zhang, Yong Li."Spatio-Temporal Traffic Forecasting: A Time-Series Analysis with Deep Learning,". In 2021 IEEE Transactions on Neural Networks and Learning Systems.DOI:10.1109/TNNLS.2021.3076543</a:t>
            </a:r>
            <a:endParaRPr lang="en-US" altLang="en-IN" sz="2400">
              <a:latin typeface="Times New Roman" panose="02020603050405020304" charset="0"/>
              <a:cs typeface="Times New Roman" panose="02020603050405020304" charset="0"/>
              <a:sym typeface="+mn-ea"/>
            </a:endParaRPr>
          </a:p>
          <a:p>
            <a:pPr algn="just">
              <a:buFont typeface="Arial" panose="020B0604020202020204" pitchFamily="34" charset="0"/>
            </a:pPr>
            <a:endParaRPr lang="en-US" altLang="en-IN" sz="2400">
              <a:latin typeface="Times New Roman" panose="02020603050405020304" charset="0"/>
              <a:cs typeface="Times New Roman" panose="02020603050405020304" charset="0"/>
              <a:sym typeface="+mn-ea"/>
            </a:endParaRPr>
          </a:p>
          <a:p>
            <a:pPr algn="just">
              <a:buFont typeface="Arial" panose="020B0604020202020204" pitchFamily="34" charset="0"/>
            </a:pPr>
            <a:r>
              <a:rPr lang="en-US" altLang="en-IN" sz="2400">
                <a:latin typeface="Times New Roman" panose="02020603050405020304" charset="0"/>
                <a:cs typeface="Times New Roman" panose="02020603050405020304" charset="0"/>
                <a:sym typeface="+mn-ea"/>
              </a:rPr>
              <a:t>[4] </a:t>
            </a:r>
            <a:r>
              <a:rPr sz="2400">
                <a:solidFill>
                  <a:srgbClr val="374151"/>
                </a:solidFill>
                <a:latin typeface="Times New Roman" panose="02020603050405020304" charset="0"/>
                <a:ea typeface="__Inter_36bd41"/>
                <a:cs typeface="Times New Roman" panose="02020603050405020304" charset="0"/>
                <a:sym typeface="+mn-ea"/>
              </a:rPr>
              <a:t>D. Zhang, S. Li, &amp; Z. Wang</a:t>
            </a:r>
            <a:r>
              <a:rPr lang="en-US" sz="2400">
                <a:solidFill>
                  <a:srgbClr val="374151"/>
                </a:solidFill>
                <a:latin typeface="Times New Roman" panose="02020603050405020304" charset="0"/>
                <a:ea typeface="__Inter_36bd41"/>
                <a:cs typeface="Times New Roman" panose="02020603050405020304" charset="0"/>
                <a:sym typeface="+mn-ea"/>
              </a:rPr>
              <a:t>. “</a:t>
            </a:r>
            <a:r>
              <a:rPr sz="2400">
                <a:solidFill>
                  <a:srgbClr val="374151"/>
                </a:solidFill>
                <a:latin typeface="Times New Roman" panose="02020603050405020304" charset="0"/>
                <a:ea typeface="__Inter_36bd41"/>
                <a:cs typeface="Times New Roman" panose="02020603050405020304" charset="0"/>
                <a:sym typeface="+mn-ea"/>
              </a:rPr>
              <a:t>A Multi-Scale Spatiotemporal Traffic Prediction Framework based on Deep Learning</a:t>
            </a:r>
            <a:r>
              <a:rPr lang="en-US" sz="2400">
                <a:solidFill>
                  <a:srgbClr val="374151"/>
                </a:solidFill>
                <a:latin typeface="Times New Roman" panose="02020603050405020304" charset="0"/>
                <a:ea typeface="__Inter_36bd41"/>
                <a:cs typeface="Times New Roman" panose="02020603050405020304" charset="0"/>
                <a:sym typeface="+mn-ea"/>
              </a:rPr>
              <a:t>”. DOI: 10.3390/app13169304</a:t>
            </a:r>
            <a:endParaRPr lang="en-US" sz="2400">
              <a:solidFill>
                <a:srgbClr val="374151"/>
              </a:solidFill>
              <a:latin typeface="Times New Roman" panose="02020603050405020304" charset="0"/>
              <a:ea typeface="__Inter_36bd41"/>
              <a:cs typeface="Times New Roman" panose="02020603050405020304" charset="0"/>
              <a:sym typeface="+mn-ea"/>
            </a:endParaRPr>
          </a:p>
          <a:p>
            <a:pPr algn="just">
              <a:buFont typeface="Arial" panose="020B0604020202020204" pitchFamily="34" charset="0"/>
            </a:pPr>
            <a:endParaRPr lang="en-US" sz="2400" b="0" i="0">
              <a:solidFill>
                <a:srgbClr val="374151"/>
              </a:solidFill>
              <a:latin typeface="Times New Roman" panose="02020603050405020304" charset="0"/>
              <a:ea typeface="__Inter_36bd41"/>
              <a:cs typeface="Times New Roman" panose="02020603050405020304" charset="0"/>
              <a:sym typeface="+mn-ea"/>
            </a:endParaRPr>
          </a:p>
          <a:p>
            <a:pPr algn="just">
              <a:buFont typeface="Arial" panose="020B0604020202020204" pitchFamily="34" charset="0"/>
            </a:pPr>
            <a:r>
              <a:rPr lang="en-US" altLang="en-IN" sz="2400" dirty="0">
                <a:latin typeface="Times New Roman" panose="02020603050405020304" charset="0"/>
                <a:cs typeface="Times New Roman" panose="02020603050405020304" charset="0"/>
                <a:sym typeface="+mn-ea"/>
              </a:rPr>
              <a:t>[</a:t>
            </a:r>
            <a:r>
              <a:rPr lang="en-IN" altLang="en-US" sz="2400" dirty="0">
                <a:latin typeface="Times New Roman" panose="02020603050405020304" charset="0"/>
                <a:cs typeface="Times New Roman" panose="02020603050405020304" charset="0"/>
                <a:sym typeface="+mn-ea"/>
              </a:rPr>
              <a:t>5</a:t>
            </a:r>
            <a:r>
              <a:rPr lang="en-US" altLang="en-IN" sz="2400" dirty="0">
                <a:latin typeface="Times New Roman" panose="02020603050405020304" charset="0"/>
                <a:cs typeface="Times New Roman" panose="02020603050405020304" charset="0"/>
                <a:sym typeface="+mn-ea"/>
              </a:rPr>
              <a:t>] </a:t>
            </a:r>
            <a:r>
              <a:rPr lang="en-IN" sz="2400" dirty="0">
                <a:latin typeface="Times New Roman" panose="02020603050405020304" charset="0"/>
                <a:cs typeface="Times New Roman" panose="02020603050405020304" charset="0"/>
                <a:sym typeface="+mn-ea"/>
              </a:rPr>
              <a:t>Can Zhang,</a:t>
            </a:r>
            <a:r>
              <a:rPr lang="en-US" altLang="en-IN" sz="2400" dirty="0">
                <a:latin typeface="Times New Roman" panose="02020603050405020304" charset="0"/>
                <a:cs typeface="Times New Roman" panose="02020603050405020304" charset="0"/>
                <a:sym typeface="+mn-ea"/>
              </a:rPr>
              <a:t> Minglong Lei. “</a:t>
            </a:r>
            <a:r>
              <a:rPr lang="en-US" altLang="en-IN" sz="2400">
                <a:latin typeface="Times New Roman" panose="02020603050405020304" charset="0"/>
                <a:cs typeface="Times New Roman" panose="02020603050405020304" charset="0"/>
                <a:sym typeface="+mn-ea"/>
              </a:rPr>
              <a:t>A Survey on Spatio-Temporal Graph Neural Networks for Traffic Forecasting”.In 2023 IEEE International Conference on Data Mining Workshops (ICDMW).DOI:10.1109/ICDMW60847.2023.00180</a:t>
            </a:r>
            <a:endParaRPr lang="en-US" altLang="en-IN" sz="2400">
              <a:latin typeface="Times New Roman" panose="02020603050405020304" charset="0"/>
              <a:cs typeface="Times New Roman" panose="02020603050405020304" charset="0"/>
              <a:sym typeface="+mn-ea"/>
            </a:endParaRPr>
          </a:p>
          <a:p>
            <a:pPr algn="just">
              <a:buFont typeface="Arial" panose="020B0604020202020204" pitchFamily="34" charset="0"/>
            </a:pPr>
            <a:endParaRPr lang="en-US" altLang="en-IN" sz="2400">
              <a:latin typeface="Times New Roman" panose="02020603050405020304" charset="0"/>
              <a:cs typeface="Times New Roman" panose="02020603050405020304" charset="0"/>
              <a:sym typeface="+mn-ea"/>
            </a:endParaRPr>
          </a:p>
          <a:p>
            <a:pPr algn="just">
              <a:buFont typeface="Arial" panose="020B0604020202020204" pitchFamily="34" charset="0"/>
            </a:pPr>
            <a:r>
              <a:rPr lang="en-US" altLang="en-IN" sz="2400">
                <a:latin typeface="Times New Roman" panose="02020603050405020304" charset="0"/>
                <a:cs typeface="Times New Roman" panose="02020603050405020304" charset="0"/>
                <a:sym typeface="+mn-ea"/>
              </a:rPr>
              <a:t>[</a:t>
            </a:r>
            <a:r>
              <a:rPr lang="en-IN" altLang="en-US" sz="2400">
                <a:latin typeface="Times New Roman" panose="02020603050405020304" charset="0"/>
                <a:cs typeface="Times New Roman" panose="02020603050405020304" charset="0"/>
                <a:sym typeface="+mn-ea"/>
              </a:rPr>
              <a:t>6</a:t>
            </a:r>
            <a:r>
              <a:rPr lang="en-US" altLang="en-IN" sz="2400">
                <a:latin typeface="Times New Roman" panose="02020603050405020304" charset="0"/>
                <a:cs typeface="Times New Roman" panose="02020603050405020304" charset="0"/>
                <a:sym typeface="+mn-ea"/>
              </a:rPr>
              <a:t>] Jie Zhang, Yong Li."Spatio-Temporal Traffic Forecasting: A Time-Series Analysis with Deep Learning,". In 2021 IEEE Transactions on Neural Networks and Learning Systems.DOI:10.1109/TNNLS.2021.3076543</a:t>
            </a:r>
            <a:endParaRPr lang="en-US" sz="2400" b="0" i="0" u="none">
              <a:solidFill>
                <a:srgbClr val="222222"/>
              </a:solidFill>
              <a:latin typeface="Arial" panose="020B0604020202020204"/>
              <a:ea typeface="Arial" panose="020B0604020202020204"/>
              <a:cs typeface="Arial" panose="020B0604020202020204"/>
              <a:sym typeface="Arial" panose="020B0604020202020204"/>
            </a:endParaRPr>
          </a:p>
        </p:txBody>
      </p:sp>
      <p:sp>
        <p:nvSpPr>
          <p:cNvPr id="2"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panose="02020603050405020304"/>
              <a:buNone/>
            </a:pPr>
            <a:r>
              <a:rPr lang="en-US" sz="1600" b="0" i="0" u="none" dirty="0">
                <a:solidFill>
                  <a:srgbClr val="7F7F7F"/>
                </a:solidFill>
                <a:latin typeface="Times New Roman" panose="02020603050405020304"/>
                <a:ea typeface="Times New Roman" panose="02020603050405020304"/>
                <a:cs typeface="Times New Roman" panose="02020603050405020304"/>
                <a:sym typeface="Times New Roman" panose="02020603050405020304"/>
              </a:rPr>
              <a:t>BATCH NO : 03              DEPARTMENT OF ARTIFICIAL INTELLIGENCE AND DATA SCIENCE</a:t>
            </a: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p44"/>
          <p:cNvSpPr txBox="1"/>
          <p:nvPr/>
        </p:nvSpPr>
        <p:spPr>
          <a:xfrm>
            <a:off x="393700" y="9534525"/>
            <a:ext cx="41148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Corbel" panose="020B0503020204020204"/>
              <a:buNone/>
            </a:pPr>
            <a:endParaRPr lang="en-US" sz="1600" b="0" i="0" u="none">
              <a:solidFill>
                <a:srgbClr val="7F7F7F"/>
              </a:solidFill>
              <a:latin typeface="Times New Roman" panose="02020603050405020304" charset="0"/>
              <a:ea typeface="Corbel" panose="020B0503020204020204"/>
              <a:cs typeface="Times New Roman" panose="02020603050405020304" charset="0"/>
              <a:sym typeface="Corbel" panose="020B0503020204020204"/>
            </a:endParaRPr>
          </a:p>
        </p:txBody>
      </p:sp>
      <p:sp>
        <p:nvSpPr>
          <p:cNvPr id="917" name="Google Shape;917;p44"/>
          <p:cNvSpPr txBox="1"/>
          <p:nvPr/>
        </p:nvSpPr>
        <p:spPr>
          <a:xfrm>
            <a:off x="1676400" y="876300"/>
            <a:ext cx="9144000" cy="659765"/>
          </a:xfrm>
          <a:prstGeom prst="rect">
            <a:avLst/>
          </a:prstGeom>
          <a:noFill/>
          <a:ln>
            <a:noFill/>
          </a:ln>
        </p:spPr>
        <p:txBody>
          <a:bodyPr spcFirstLastPara="1" wrap="square" lIns="91425" tIns="45700" rIns="91425" bIns="45700" anchor="t" anchorCtr="0">
            <a:spAutoFit/>
          </a:bodyPr>
          <a:lstStyle/>
          <a:p>
            <a:pPr marL="0" marR="0" lvl="0" indent="0" algn="l" rtl="0">
              <a:lnSpc>
                <a:spcPct val="103000"/>
              </a:lnSpc>
              <a:spcBef>
                <a:spcPts val="0"/>
              </a:spcBef>
              <a:spcAft>
                <a:spcPts val="0"/>
              </a:spcAft>
              <a:buClr>
                <a:srgbClr val="000000"/>
              </a:buClr>
              <a:buSzPts val="3600"/>
              <a:buFont typeface="Arial" panose="020B0604020202020204"/>
              <a:buNone/>
            </a:pPr>
            <a:r>
              <a:rPr lang="en-US" sz="3600" b="1" i="0" u="none">
                <a:solidFill>
                  <a:srgbClr val="000000"/>
                </a:solidFill>
                <a:latin typeface="Times New Roman" panose="02020603050405020304" charset="0"/>
                <a:ea typeface="Arial" panose="020B0604020202020204"/>
                <a:cs typeface="Times New Roman" panose="02020603050405020304" charset="0"/>
                <a:sym typeface="Arial" panose="020B0604020202020204"/>
              </a:rPr>
              <a:t>References</a:t>
            </a:r>
            <a:endParaRPr lang="en-US" sz="3600" b="1" i="0" u="none">
              <a:solidFill>
                <a:schemeClr val="dk1"/>
              </a:solidFill>
              <a:latin typeface="Times New Roman" panose="02020603050405020304" charset="0"/>
              <a:ea typeface="Arial" panose="020B0604020202020204"/>
              <a:cs typeface="Times New Roman" panose="02020603050405020304" charset="0"/>
              <a:sym typeface="Arial" panose="020B0604020202020204"/>
            </a:endParaRPr>
          </a:p>
        </p:txBody>
      </p:sp>
      <p:sp>
        <p:nvSpPr>
          <p:cNvPr id="918" name="Google Shape;918;p44"/>
          <p:cNvSpPr txBox="1"/>
          <p:nvPr/>
        </p:nvSpPr>
        <p:spPr>
          <a:xfrm>
            <a:off x="1355725" y="2095500"/>
            <a:ext cx="15255875" cy="7439660"/>
          </a:xfrm>
          <a:prstGeom prst="rect">
            <a:avLst/>
          </a:prstGeom>
          <a:noFill/>
          <a:ln>
            <a:noFill/>
          </a:ln>
        </p:spPr>
        <p:txBody>
          <a:bodyPr spcFirstLastPara="1" wrap="square" lIns="91425" tIns="45700" rIns="91425" bIns="45700" anchor="t" anchorCtr="0">
            <a:noAutofit/>
          </a:bodyPr>
          <a:lstStyle/>
          <a:p>
            <a:pPr algn="just">
              <a:buFont typeface="Arial" panose="020B0604020202020204" pitchFamily="34" charset="0"/>
            </a:pPr>
            <a:r>
              <a:rPr lang="en-US" altLang="en-US" sz="2400" dirty="0">
                <a:latin typeface="Times New Roman" panose="02020603050405020304" charset="0"/>
                <a:cs typeface="Times New Roman" panose="02020603050405020304" charset="0"/>
                <a:sym typeface="+mn-ea"/>
              </a:rPr>
              <a:t>[7] H. Zhang, L. Chen, J. Cao, X. Zhang, S. Kan, and T. Zhao, “Traffic Flow Forecasting of Graph Convolutional Network Based on Spatio-Temporal Attention Mechanism,” International Journal of Automotive Technology, vol. 24, no. 4, pp. 1013–1023, 2023.</a:t>
            </a:r>
            <a:endParaRPr lang="en-US" altLang="en-US" sz="2400" dirty="0">
              <a:latin typeface="Times New Roman" panose="02020603050405020304" charset="0"/>
              <a:cs typeface="Times New Roman" panose="02020603050405020304" charset="0"/>
              <a:sym typeface="+mn-ea"/>
            </a:endParaRPr>
          </a:p>
          <a:p>
            <a:pPr algn="just">
              <a:buFont typeface="Arial" panose="020B0604020202020204" pitchFamily="34" charset="0"/>
            </a:pPr>
            <a:endParaRPr lang="en-US" altLang="en-US" sz="2400" dirty="0">
              <a:latin typeface="Times New Roman" panose="02020603050405020304" charset="0"/>
              <a:cs typeface="Times New Roman" panose="02020603050405020304" charset="0"/>
              <a:sym typeface="+mn-ea"/>
            </a:endParaRPr>
          </a:p>
          <a:p>
            <a:pPr algn="just">
              <a:buFont typeface="Arial" panose="020B0604020202020204" pitchFamily="34" charset="0"/>
            </a:pPr>
            <a:r>
              <a:rPr lang="en-US" altLang="en-US" sz="2400" dirty="0">
                <a:latin typeface="Times New Roman" panose="02020603050405020304" charset="0"/>
                <a:cs typeface="Times New Roman" panose="02020603050405020304" charset="0"/>
                <a:sym typeface="+mn-ea"/>
              </a:rPr>
              <a:t>[8] Y. Shin and Y. Yoon, “Incorporating Dynamicity of Transportation Network with Multi-Weight Traffic Graph Convolutional Network for Traffic Forecasting,” in Proceedings of the IEEE Intelligent Transportation Systems Conference (ITSC), Auckland, New Zealand, Oct. 2019, pp. 2226–2231.</a:t>
            </a:r>
            <a:endParaRPr lang="en-US" altLang="en-US" sz="2400" dirty="0">
              <a:latin typeface="Times New Roman" panose="02020603050405020304" charset="0"/>
              <a:cs typeface="Times New Roman" panose="02020603050405020304" charset="0"/>
              <a:sym typeface="+mn-ea"/>
            </a:endParaRPr>
          </a:p>
          <a:p>
            <a:pPr algn="just">
              <a:buFont typeface="Arial" panose="020B0604020202020204" pitchFamily="34" charset="0"/>
            </a:pPr>
            <a:endParaRPr lang="en-US" altLang="en-US" sz="2400" dirty="0">
              <a:latin typeface="Times New Roman" panose="02020603050405020304" charset="0"/>
              <a:cs typeface="Times New Roman" panose="02020603050405020304" charset="0"/>
              <a:sym typeface="+mn-ea"/>
            </a:endParaRPr>
          </a:p>
          <a:p>
            <a:pPr algn="just">
              <a:buFont typeface="Arial" panose="020B0604020202020204" pitchFamily="34" charset="0"/>
            </a:pPr>
            <a:r>
              <a:rPr lang="en-US" altLang="en-US" sz="2400" dirty="0">
                <a:latin typeface="Times New Roman" panose="02020603050405020304" charset="0"/>
                <a:cs typeface="Times New Roman" panose="02020603050405020304" charset="0"/>
                <a:sym typeface="+mn-ea"/>
              </a:rPr>
              <a:t>[9] J. Ke, H. Zheng, H. Yang, and X. M. Chen, “Short-Term Forecasting of Passenger Demand Under On-Demand Ride Services: A Spatio-Temporal Deep Learning Approach,” Transportation Research Part C: Emerging Technologies, vol. 85, pp. 591–608, Dec. 2017.</a:t>
            </a:r>
            <a:endParaRPr lang="en-US" altLang="en-US" sz="2400" dirty="0">
              <a:latin typeface="Times New Roman" panose="02020603050405020304" charset="0"/>
              <a:cs typeface="Times New Roman" panose="02020603050405020304" charset="0"/>
              <a:sym typeface="+mn-ea"/>
            </a:endParaRPr>
          </a:p>
          <a:p>
            <a:pPr algn="just">
              <a:buFont typeface="Arial" panose="020B0604020202020204" pitchFamily="34" charset="0"/>
            </a:pPr>
            <a:endParaRPr lang="en-US" altLang="en-US" sz="2400" dirty="0">
              <a:latin typeface="Times New Roman" panose="02020603050405020304" charset="0"/>
              <a:cs typeface="Times New Roman" panose="02020603050405020304" charset="0"/>
              <a:sym typeface="+mn-ea"/>
            </a:endParaRPr>
          </a:p>
          <a:p>
            <a:pPr algn="just">
              <a:buFont typeface="Arial" panose="020B0604020202020204" pitchFamily="34" charset="0"/>
            </a:pPr>
            <a:r>
              <a:rPr lang="en-US" altLang="en-US" sz="2400" dirty="0">
                <a:latin typeface="Times New Roman" panose="02020603050405020304" charset="0"/>
                <a:cs typeface="Times New Roman" panose="02020603050405020304" charset="0"/>
                <a:sym typeface="+mn-ea"/>
              </a:rPr>
              <a:t>[10] Q. Ren, C. Huang, X. Wang, and J. Liu, “Transformer-Enhanced Periodic Temporal Convolution Network for Traffic Flow Forecasting,” Engineering Applications of Artificial Intelligence, vol. 125, Art. no. 106605, 2023.</a:t>
            </a:r>
            <a:endParaRPr lang="en-US" altLang="en-US" sz="2400" dirty="0">
              <a:latin typeface="Times New Roman" panose="02020603050405020304" charset="0"/>
              <a:cs typeface="Times New Roman" panose="02020603050405020304" charset="0"/>
              <a:sym typeface="+mn-ea"/>
            </a:endParaRPr>
          </a:p>
          <a:p>
            <a:pPr algn="just">
              <a:buFont typeface="Arial" panose="020B0604020202020204" pitchFamily="34" charset="0"/>
            </a:pPr>
            <a:endParaRPr lang="en-US" altLang="en-US" sz="2400" dirty="0">
              <a:latin typeface="Times New Roman" panose="02020603050405020304" charset="0"/>
              <a:cs typeface="Times New Roman" panose="02020603050405020304" charset="0"/>
              <a:sym typeface="+mn-ea"/>
            </a:endParaRPr>
          </a:p>
          <a:p>
            <a:pPr algn="just">
              <a:buFont typeface="Arial" panose="020B0604020202020204" pitchFamily="34" charset="0"/>
            </a:pPr>
            <a:r>
              <a:rPr lang="en-US" altLang="en-US" sz="2400" dirty="0">
                <a:latin typeface="Times New Roman" panose="02020603050405020304" charset="0"/>
                <a:cs typeface="Times New Roman" panose="02020603050405020304" charset="0"/>
                <a:sym typeface="+mn-ea"/>
              </a:rPr>
              <a:t>[11] A. Oluwasanmi, S. H. Mabu, and K. P. Adedeji, “Multi-Head Spatiotemporal Attention Graph Convolutional Network for Traffic Forecasting,” Sensors, vol. 23, no. 8, Art. no. 3836, Apr. 2023.</a:t>
            </a:r>
            <a:endParaRPr lang="en-US" altLang="en-US" sz="2400" dirty="0">
              <a:latin typeface="Times New Roman" panose="02020603050405020304" charset="0"/>
              <a:cs typeface="Times New Roman" panose="02020603050405020304" charset="0"/>
              <a:sym typeface="+mn-ea"/>
            </a:endParaRPr>
          </a:p>
          <a:p>
            <a:pPr algn="just">
              <a:buFont typeface="Arial" panose="020B0604020202020204" pitchFamily="34" charset="0"/>
            </a:pPr>
            <a:endParaRPr lang="en-US" altLang="en-US" sz="2400" dirty="0">
              <a:latin typeface="Times New Roman" panose="02020603050405020304" charset="0"/>
              <a:cs typeface="Times New Roman" panose="02020603050405020304" charset="0"/>
              <a:sym typeface="+mn-ea"/>
            </a:endParaRPr>
          </a:p>
          <a:p>
            <a:pPr algn="just">
              <a:buFont typeface="Arial" panose="020B0604020202020204" pitchFamily="34" charset="0"/>
            </a:pPr>
            <a:r>
              <a:rPr lang="en-US" altLang="en-US" sz="2400" dirty="0">
                <a:latin typeface="Times New Roman" panose="02020603050405020304" charset="0"/>
                <a:cs typeface="Times New Roman" panose="02020603050405020304" charset="0"/>
                <a:sym typeface="+mn-ea"/>
              </a:rPr>
              <a:t>[12] G. Guo, W. Yuan, R. Chen, Y. Wang, and Z. Wang, “Short-Term Traffic Speed Forecasting Based on Graph Attention Temporal Convolutional Network,” Neurocomputing, vol. 429, pp. 387–399, Mar. 2021.</a:t>
            </a:r>
            <a:r>
              <a:rPr lang="en-US" altLang="en-IN" sz="2400" dirty="0">
                <a:latin typeface="Times New Roman" panose="02020603050405020304" charset="0"/>
                <a:cs typeface="Times New Roman" panose="02020603050405020304" charset="0"/>
                <a:sym typeface="+mn-ea"/>
              </a:rPr>
              <a:t> </a:t>
            </a:r>
            <a:endParaRPr lang="en-US" altLang="en-IN" sz="2400" dirty="0">
              <a:latin typeface="Times New Roman" panose="02020603050405020304" charset="0"/>
              <a:cs typeface="Times New Roman" panose="02020603050405020304" charset="0"/>
            </a:endParaRPr>
          </a:p>
          <a:p>
            <a:pPr algn="just">
              <a:buFont typeface="Arial" panose="020B0604020202020204" pitchFamily="34" charset="0"/>
            </a:pPr>
            <a:endParaRPr lang="en-US" sz="2400" b="0" i="0" u="none">
              <a:solidFill>
                <a:srgbClr val="222222"/>
              </a:solidFill>
              <a:latin typeface="Arial" panose="020B0604020202020204"/>
              <a:ea typeface="Arial" panose="020B0604020202020204"/>
              <a:cs typeface="Arial" panose="020B0604020202020204"/>
              <a:sym typeface="Arial" panose="020B0604020202020204"/>
            </a:endParaRPr>
          </a:p>
        </p:txBody>
      </p:sp>
      <p:sp>
        <p:nvSpPr>
          <p:cNvPr id="2"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panose="02020603050405020304"/>
              <a:buNone/>
            </a:pPr>
            <a:r>
              <a:rPr lang="en-US" sz="1600" b="0" i="0" u="none" dirty="0">
                <a:solidFill>
                  <a:srgbClr val="7F7F7F"/>
                </a:solidFill>
                <a:latin typeface="Times New Roman" panose="02020603050405020304"/>
                <a:ea typeface="Times New Roman" panose="02020603050405020304"/>
                <a:cs typeface="Times New Roman" panose="02020603050405020304"/>
                <a:sym typeface="Times New Roman" panose="02020603050405020304"/>
              </a:rPr>
              <a:t>BATCH NO : 03              DEPARTMENT OF ARTIFICIAL INTELLIGENCE AND DATA SCIENCE</a:t>
            </a: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923" name="Google Shape;923;p45"/>
          <p:cNvSpPr txBox="1"/>
          <p:nvPr/>
        </p:nvSpPr>
        <p:spPr>
          <a:xfrm>
            <a:off x="2817812" y="2486025"/>
            <a:ext cx="8820300" cy="1770000"/>
          </a:xfrm>
          <a:prstGeom prst="rect">
            <a:avLst/>
          </a:prstGeom>
          <a:noFill/>
          <a:ln>
            <a:noFill/>
          </a:ln>
        </p:spPr>
        <p:txBody>
          <a:bodyPr spcFirstLastPara="1" wrap="square" lIns="0" tIns="0" rIns="0" bIns="0" anchor="t" anchorCtr="0">
            <a:spAutoFit/>
          </a:bodyPr>
          <a:lstStyle/>
          <a:p>
            <a:pPr marL="0" marR="0" lvl="0" indent="0" algn="l" rtl="0">
              <a:lnSpc>
                <a:spcPct val="141000"/>
              </a:lnSpc>
              <a:spcBef>
                <a:spcPts val="0"/>
              </a:spcBef>
              <a:spcAft>
                <a:spcPts val="0"/>
              </a:spcAft>
              <a:buClr>
                <a:srgbClr val="051D40"/>
              </a:buClr>
              <a:buSzPts val="10300"/>
              <a:buFont typeface="Open Sans ExtraBold"/>
              <a:buNone/>
            </a:pPr>
            <a:r>
              <a:rPr lang="en-US" sz="10300" b="1" i="0" u="none">
                <a:solidFill>
                  <a:srgbClr val="051D40"/>
                </a:solidFill>
                <a:latin typeface="Open Sans ExtraBold"/>
                <a:ea typeface="Open Sans ExtraBold"/>
                <a:cs typeface="Open Sans ExtraBold"/>
                <a:sym typeface="Open Sans ExtraBold"/>
              </a:rPr>
              <a:t>THANK YOU!</a:t>
            </a:r>
            <a:endParaRPr lang="en-US" sz="10300" b="1" i="0" u="none">
              <a:solidFill>
                <a:srgbClr val="051D40"/>
              </a:solidFill>
              <a:latin typeface="Open Sans ExtraBold"/>
              <a:ea typeface="Open Sans ExtraBold"/>
              <a:cs typeface="Open Sans ExtraBold"/>
              <a:sym typeface="Open Sans ExtraBold"/>
            </a:endParaRPr>
          </a:p>
        </p:txBody>
      </p:sp>
      <p:sp>
        <p:nvSpPr>
          <p:cNvPr id="925" name="Google Shape;925;p45"/>
          <p:cNvSpPr txBox="1"/>
          <p:nvPr/>
        </p:nvSpPr>
        <p:spPr>
          <a:xfrm>
            <a:off x="15951200" y="9534525"/>
            <a:ext cx="2297100" cy="547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accent1"/>
              </a:buClr>
              <a:buSzPts val="1800"/>
              <a:buFont typeface="Corbel" panose="020B0503020204020204"/>
              <a:buNone/>
            </a:pPr>
            <a:fld id="{00000000-1234-1234-1234-123412341234}" type="slidenum">
              <a:rPr lang="en-US" sz="1800" b="1" i="0" u="none">
                <a:solidFill>
                  <a:schemeClr val="accent1"/>
                </a:solidFill>
                <a:latin typeface="Corbel" panose="020B0503020204020204"/>
                <a:ea typeface="Corbel" panose="020B0503020204020204"/>
                <a:cs typeface="Corbel" panose="020B0503020204020204"/>
                <a:sym typeface="Corbel" panose="020B0503020204020204"/>
              </a:rPr>
            </a:fld>
            <a:endParaRPr lang="en-US" sz="1800" b="1" i="0" u="none">
              <a:solidFill>
                <a:schemeClr val="accent1"/>
              </a:solidFill>
              <a:latin typeface="Corbel" panose="020B0503020204020204"/>
              <a:ea typeface="Corbel" panose="020B0503020204020204"/>
              <a:cs typeface="Corbel" panose="020B0503020204020204"/>
              <a:sym typeface="Corbel" panose="020B0503020204020204"/>
            </a:endParaRPr>
          </a:p>
        </p:txBody>
      </p:sp>
      <p:sp>
        <p:nvSpPr>
          <p:cNvPr id="2" name="Google Shape;583;p16"/>
          <p:cNvSpPr txBox="1"/>
          <p:nvPr/>
        </p:nvSpPr>
        <p:spPr>
          <a:xfrm>
            <a:off x="5803900" y="9534525"/>
            <a:ext cx="8867700" cy="547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panose="02020603050405020304"/>
              <a:buNone/>
            </a:pPr>
            <a:r>
              <a:rPr lang="en-US" sz="1600" b="0" i="0" u="none" dirty="0">
                <a:solidFill>
                  <a:srgbClr val="7F7F7F"/>
                </a:solidFill>
                <a:latin typeface="Times New Roman" panose="02020603050405020304"/>
                <a:ea typeface="Times New Roman" panose="02020603050405020304"/>
                <a:cs typeface="Times New Roman" panose="02020603050405020304"/>
                <a:sym typeface="Times New Roman" panose="02020603050405020304"/>
              </a:rPr>
              <a:t>BATCH NO : 03                 DEPARTMENT OF ARTIFICIAL INTELLIGENCE AND DATA SCIENCE</a:t>
            </a:r>
            <a:endParaRPr dirty="0"/>
          </a:p>
        </p:txBody>
      </p:sp>
    </p:spTree>
  </p:cSld>
  <p:clrMapOvr>
    <a:masterClrMapping/>
  </p:clrMapOvr>
</p:sld>
</file>

<file path=ppt/theme/theme1.xml><?xml version="1.0" encoding="utf-8"?>
<a:theme xmlns:a="http://schemas.openxmlformats.org/drawingml/2006/main" name="2_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22481</Words>
  <Application>WPS Presentation</Application>
  <PresentationFormat>Custom</PresentationFormat>
  <Paragraphs>505</Paragraphs>
  <Slides>28</Slides>
  <Notes>28</Notes>
  <HiddenSlides>0</HiddenSlides>
  <MMClips>0</MMClips>
  <ScaleCrop>false</ScaleCrop>
  <HeadingPairs>
    <vt:vector size="6" baseType="variant">
      <vt:variant>
        <vt:lpstr>已用的字体</vt:lpstr>
      </vt:variant>
      <vt:variant>
        <vt:i4>17</vt:i4>
      </vt:variant>
      <vt:variant>
        <vt:lpstr>主题</vt:lpstr>
      </vt:variant>
      <vt:variant>
        <vt:i4>4</vt:i4>
      </vt:variant>
      <vt:variant>
        <vt:lpstr>幻灯片标题</vt:lpstr>
      </vt:variant>
      <vt:variant>
        <vt:i4>28</vt:i4>
      </vt:variant>
    </vt:vector>
  </HeadingPairs>
  <TitlesOfParts>
    <vt:vector size="49" baseType="lpstr">
      <vt:lpstr>Arial</vt:lpstr>
      <vt:lpstr>SimSun</vt:lpstr>
      <vt:lpstr>Wingdings</vt:lpstr>
      <vt:lpstr>Arial</vt:lpstr>
      <vt:lpstr>Corbel</vt:lpstr>
      <vt:lpstr>Noto Sans Symbols</vt:lpstr>
      <vt:lpstr>Segoe Print</vt:lpstr>
      <vt:lpstr>Times New Roman</vt:lpstr>
      <vt:lpstr>Open Sans ExtraBold</vt:lpstr>
      <vt:lpstr>Times New Roman</vt:lpstr>
      <vt:lpstr>Open Sans Extra Bold</vt:lpstr>
      <vt:lpstr>Corbel</vt:lpstr>
      <vt:lpstr>Poppins</vt:lpstr>
      <vt:lpstr>Microsoft YaHei</vt:lpstr>
      <vt:lpstr>Arial Unicode MS</vt:lpstr>
      <vt:lpstr>__Inter_36bd41</vt:lpstr>
      <vt:lpstr>Yu Gothic UI Semibold</vt:lpstr>
      <vt:lpstr>2_Frame</vt:lpstr>
      <vt:lpstr>Frame</vt:lpstr>
      <vt:lpstr>1_Frame</vt:lpstr>
      <vt:lpstr>3_Frame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rajaprakash s</dc:creator>
  <cp:lastModifiedBy>WPS_1677418446</cp:lastModifiedBy>
  <cp:revision>10</cp:revision>
  <dcterms:created xsi:type="dcterms:W3CDTF">2026-04-19T05:47:00Z</dcterms:created>
  <dcterms:modified xsi:type="dcterms:W3CDTF">2026-04-20T12:00:42Z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27CC369977A84ADE95F373ECF487185C_12</vt:lpwstr>
  </property>
  <property fmtid="{D5CDD505-2E9C-101B-9397-08002B2CF9AE}" pid="3" name="KSOProductBuildVer">
    <vt:lpwstr>1033-12.1.0.25242</vt:lpwstr>
  </property>
</Properties>
</file>